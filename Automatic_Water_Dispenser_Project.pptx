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  <p:sldMasterId id="214748369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9144000"/>
  <p:notesSz cx="6858000" cy="9144000"/>
  <p:embeddedFontLst>
    <p:embeddedFont>
      <p:font typeface="Inter Tight Medium"/>
      <p:regular r:id="rId20"/>
      <p:bold r:id="rId21"/>
      <p:italic r:id="rId22"/>
      <p:boldItalic r:id="rId23"/>
    </p:embeddedFont>
    <p:embeddedFont>
      <p:font typeface="Inter Tight"/>
      <p:regular r:id="rId24"/>
      <p:bold r:id="rId25"/>
      <p:italic r:id="rId26"/>
      <p:boldItalic r:id="rId27"/>
    </p:embeddedFont>
    <p:embeddedFont>
      <p:font typeface="Inter Tight SemiBold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TightMedium-regular.fntdata"/><Relationship Id="rId22" Type="http://schemas.openxmlformats.org/officeDocument/2006/relationships/font" Target="fonts/InterTightMedium-italic.fntdata"/><Relationship Id="rId21" Type="http://schemas.openxmlformats.org/officeDocument/2006/relationships/font" Target="fonts/InterTightMedium-bold.fntdata"/><Relationship Id="rId24" Type="http://schemas.openxmlformats.org/officeDocument/2006/relationships/font" Target="fonts/InterTight-regular.fntdata"/><Relationship Id="rId23" Type="http://schemas.openxmlformats.org/officeDocument/2006/relationships/font" Target="fonts/InterTight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InterTight-italic.fntdata"/><Relationship Id="rId25" Type="http://schemas.openxmlformats.org/officeDocument/2006/relationships/font" Target="fonts/InterTight-bold.fntdata"/><Relationship Id="rId28" Type="http://schemas.openxmlformats.org/officeDocument/2006/relationships/font" Target="fonts/InterTightSemiBold-regular.fntdata"/><Relationship Id="rId27" Type="http://schemas.openxmlformats.org/officeDocument/2006/relationships/font" Target="fonts/InterTight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TightSemi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TightSemiBold-boldItalic.fntdata"/><Relationship Id="rId30" Type="http://schemas.openxmlformats.org/officeDocument/2006/relationships/font" Target="fonts/InterTightSemiBold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49f0815d2d_0_57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49f0815d2d_0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49f0815d2d_0_583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49f0815d2d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49f0815d2d_0_607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49f0815d2d_0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49f0815d2d_0_627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49f0815d2d_0_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49f0815d2d_0_635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49f0815d2d_0_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49f0815d2d_0_1164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49f0815d2d_0_1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49f0815d2d_0_1172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49f0815d2d_0_1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9f0815d2d_0_656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9f0815d2d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9f0815d2d_0_1180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9f0815d2d_0_1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4edf763caf_0_6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4edf763ca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49f0815d2d_0_722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49f0815d2d_0_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49f0815d2d_0_819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49f0815d2d_0_8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4"/>
          <p:cNvGrpSpPr/>
          <p:nvPr/>
        </p:nvGrpSpPr>
        <p:grpSpPr>
          <a:xfrm rot="398846">
            <a:off x="111290" y="-739269"/>
            <a:ext cx="8926214" cy="8330654"/>
            <a:chOff x="124223" y="-559280"/>
            <a:chExt cx="8900025" cy="6258226"/>
          </a:xfrm>
        </p:grpSpPr>
        <p:grpSp>
          <p:nvGrpSpPr>
            <p:cNvPr id="86" name="Google Shape;86;p14"/>
            <p:cNvGrpSpPr/>
            <p:nvPr/>
          </p:nvGrpSpPr>
          <p:grpSpPr>
            <a:xfrm>
              <a:off x="124223" y="-78561"/>
              <a:ext cx="8900025" cy="5296800"/>
              <a:chOff x="124223" y="-78561"/>
              <a:chExt cx="8900025" cy="5296800"/>
            </a:xfrm>
          </p:grpSpPr>
          <p:sp>
            <p:nvSpPr>
              <p:cNvPr id="87" name="Google Shape;87;p14"/>
              <p:cNvSpPr/>
              <p:nvPr/>
            </p:nvSpPr>
            <p:spPr>
              <a:xfrm rot="-1623">
                <a:off x="7117071" y="2014308"/>
                <a:ext cx="1906200" cy="1875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88" name="Google Shape;88;p14"/>
              <p:cNvSpPr/>
              <p:nvPr/>
            </p:nvSpPr>
            <p:spPr>
              <a:xfrm flipH="1" rot="-1487">
                <a:off x="124823" y="-77211"/>
                <a:ext cx="6242101" cy="5294100"/>
              </a:xfrm>
              <a:prstGeom prst="snip1Rect">
                <a:avLst>
                  <a:gd fmla="val 42486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89" name="Google Shape;89;p14"/>
              <p:cNvSpPr/>
              <p:nvPr/>
            </p:nvSpPr>
            <p:spPr>
              <a:xfrm flipH="1" rot="10798513">
                <a:off x="2781248" y="-76291"/>
                <a:ext cx="6242401" cy="5289900"/>
              </a:xfrm>
              <a:prstGeom prst="snip1Rect">
                <a:avLst>
                  <a:gd fmla="val 42496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90" name="Google Shape;90;p14"/>
              <p:cNvSpPr/>
              <p:nvPr/>
            </p:nvSpPr>
            <p:spPr>
              <a:xfrm rot="-1623">
                <a:off x="125118" y="1250275"/>
                <a:ext cx="1906200" cy="1875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91" name="Google Shape;91;p14"/>
            <p:cNvSpPr/>
            <p:nvPr/>
          </p:nvSpPr>
          <p:spPr>
            <a:xfrm rot="-4516116">
              <a:off x="314265" y="-331820"/>
              <a:ext cx="1871106" cy="183798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  <p:sp>
          <p:nvSpPr>
            <p:cNvPr id="92" name="Google Shape;92;p14"/>
            <p:cNvSpPr/>
            <p:nvPr/>
          </p:nvSpPr>
          <p:spPr>
            <a:xfrm rot="6283884">
              <a:off x="6963097" y="3633506"/>
              <a:ext cx="1871106" cy="183798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93" name="Google Shape;93;p14"/>
          <p:cNvSpPr txBox="1"/>
          <p:nvPr>
            <p:ph type="ctrTitle"/>
          </p:nvPr>
        </p:nvSpPr>
        <p:spPr>
          <a:xfrm>
            <a:off x="1826325" y="2079433"/>
            <a:ext cx="5494800" cy="20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94" name="Google Shape;94;p14"/>
          <p:cNvSpPr txBox="1"/>
          <p:nvPr>
            <p:ph idx="1" type="subTitle"/>
          </p:nvPr>
        </p:nvSpPr>
        <p:spPr>
          <a:xfrm>
            <a:off x="1826325" y="4336633"/>
            <a:ext cx="54948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7" name="Google Shape;97;p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5" name="Google Shape;105;p17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" name="Google Shape;109;p1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_3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0" name="Google Shape;120;p21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1" name="Google Shape;121;p21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2" name="Google Shape;122;p2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125" name="Google Shape;125;p2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29" name="Google Shape;129;p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677325" y="2443700"/>
            <a:ext cx="3217200" cy="19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4" name="Google Shape;134;p2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25"/>
          <p:cNvSpPr txBox="1"/>
          <p:nvPr>
            <p:ph idx="1" type="subTitle"/>
          </p:nvPr>
        </p:nvSpPr>
        <p:spPr>
          <a:xfrm>
            <a:off x="4406650" y="525000"/>
            <a:ext cx="4409700" cy="7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6" name="Google Shape;136;p25"/>
          <p:cNvSpPr txBox="1"/>
          <p:nvPr>
            <p:ph idx="2" type="subTitle"/>
          </p:nvPr>
        </p:nvSpPr>
        <p:spPr>
          <a:xfrm>
            <a:off x="4406650" y="1535607"/>
            <a:ext cx="4409700" cy="7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7" name="Google Shape;137;p25"/>
          <p:cNvSpPr txBox="1"/>
          <p:nvPr>
            <p:ph idx="3" type="subTitle"/>
          </p:nvPr>
        </p:nvSpPr>
        <p:spPr>
          <a:xfrm>
            <a:off x="4406650" y="4567427"/>
            <a:ext cx="4409700" cy="7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8" name="Google Shape;138;p25"/>
          <p:cNvSpPr txBox="1"/>
          <p:nvPr>
            <p:ph idx="4" type="subTitle"/>
          </p:nvPr>
        </p:nvSpPr>
        <p:spPr>
          <a:xfrm>
            <a:off x="4406650" y="2546213"/>
            <a:ext cx="4409700" cy="7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9" name="Google Shape;139;p25"/>
          <p:cNvSpPr txBox="1"/>
          <p:nvPr>
            <p:ph idx="5" type="subTitle"/>
          </p:nvPr>
        </p:nvSpPr>
        <p:spPr>
          <a:xfrm>
            <a:off x="4406650" y="5578033"/>
            <a:ext cx="4409700" cy="7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0" name="Google Shape;140;p25"/>
          <p:cNvSpPr txBox="1"/>
          <p:nvPr>
            <p:ph idx="6" type="subTitle"/>
          </p:nvPr>
        </p:nvSpPr>
        <p:spPr>
          <a:xfrm>
            <a:off x="4406650" y="3556820"/>
            <a:ext cx="4409700" cy="7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311700" y="1536633"/>
            <a:ext cx="4473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44" name="Google Shape;144;p26"/>
          <p:cNvSpPr/>
          <p:nvPr>
            <p:ph idx="2" type="pic"/>
          </p:nvPr>
        </p:nvSpPr>
        <p:spPr>
          <a:xfrm>
            <a:off x="4992024" y="1537033"/>
            <a:ext cx="3840300" cy="45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45" name="Google Shape;145;p2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p27"/>
          <p:cNvSpPr txBox="1"/>
          <p:nvPr>
            <p:ph type="title"/>
          </p:nvPr>
        </p:nvSpPr>
        <p:spPr>
          <a:xfrm>
            <a:off x="483175" y="600033"/>
            <a:ext cx="8184600" cy="101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49" name="Google Shape;149;p27"/>
          <p:cNvSpPr txBox="1"/>
          <p:nvPr>
            <p:ph idx="1" type="body"/>
          </p:nvPr>
        </p:nvSpPr>
        <p:spPr>
          <a:xfrm>
            <a:off x="483150" y="2983717"/>
            <a:ext cx="3619800" cy="31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50" name="Google Shape;150;p27"/>
          <p:cNvSpPr txBox="1"/>
          <p:nvPr>
            <p:ph idx="2" type="body"/>
          </p:nvPr>
        </p:nvSpPr>
        <p:spPr>
          <a:xfrm>
            <a:off x="5048000" y="2983717"/>
            <a:ext cx="3619800" cy="31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51" name="Google Shape;151;p27"/>
          <p:cNvSpPr txBox="1"/>
          <p:nvPr>
            <p:ph idx="3" type="subTitle"/>
          </p:nvPr>
        </p:nvSpPr>
        <p:spPr>
          <a:xfrm>
            <a:off x="483150" y="1781548"/>
            <a:ext cx="3619800" cy="7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2" name="Google Shape;152;p27"/>
          <p:cNvSpPr txBox="1"/>
          <p:nvPr>
            <p:ph idx="4" type="subTitle"/>
          </p:nvPr>
        </p:nvSpPr>
        <p:spPr>
          <a:xfrm>
            <a:off x="5048000" y="1781548"/>
            <a:ext cx="3619800" cy="7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5" name="Google Shape;155;p28"/>
          <p:cNvSpPr txBox="1"/>
          <p:nvPr>
            <p:ph idx="1" type="body"/>
          </p:nvPr>
        </p:nvSpPr>
        <p:spPr>
          <a:xfrm>
            <a:off x="483175" y="3223333"/>
            <a:ext cx="2455500" cy="31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56" name="Google Shape;156;p28"/>
          <p:cNvSpPr txBox="1"/>
          <p:nvPr>
            <p:ph idx="2" type="body"/>
          </p:nvPr>
        </p:nvSpPr>
        <p:spPr>
          <a:xfrm>
            <a:off x="3347725" y="3223333"/>
            <a:ext cx="2455500" cy="31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57" name="Google Shape;157;p28"/>
          <p:cNvSpPr txBox="1"/>
          <p:nvPr>
            <p:ph idx="3" type="body"/>
          </p:nvPr>
        </p:nvSpPr>
        <p:spPr>
          <a:xfrm>
            <a:off x="6212275" y="3223333"/>
            <a:ext cx="2455500" cy="31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58" name="Google Shape;158;p28"/>
          <p:cNvSpPr txBox="1"/>
          <p:nvPr>
            <p:ph type="title"/>
          </p:nvPr>
        </p:nvSpPr>
        <p:spPr>
          <a:xfrm>
            <a:off x="483175" y="600033"/>
            <a:ext cx="8184600" cy="101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59" name="Google Shape;159;p28"/>
          <p:cNvSpPr txBox="1"/>
          <p:nvPr>
            <p:ph idx="4" type="subTitle"/>
          </p:nvPr>
        </p:nvSpPr>
        <p:spPr>
          <a:xfrm>
            <a:off x="483175" y="1781533"/>
            <a:ext cx="2455500" cy="10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0" name="Google Shape;160;p28"/>
          <p:cNvSpPr txBox="1"/>
          <p:nvPr>
            <p:ph idx="5" type="subTitle"/>
          </p:nvPr>
        </p:nvSpPr>
        <p:spPr>
          <a:xfrm>
            <a:off x="3347725" y="1781533"/>
            <a:ext cx="2455500" cy="10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1" name="Google Shape;161;p28"/>
          <p:cNvSpPr txBox="1"/>
          <p:nvPr>
            <p:ph idx="6" type="subTitle"/>
          </p:nvPr>
        </p:nvSpPr>
        <p:spPr>
          <a:xfrm>
            <a:off x="6212275" y="1781533"/>
            <a:ext cx="2455500" cy="10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4" name="Google Shape;164;p29"/>
          <p:cNvSpPr txBox="1"/>
          <p:nvPr>
            <p:ph idx="1" type="body"/>
          </p:nvPr>
        </p:nvSpPr>
        <p:spPr>
          <a:xfrm>
            <a:off x="366725" y="2345458"/>
            <a:ext cx="3838500" cy="15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65" name="Google Shape;165;p29"/>
          <p:cNvSpPr txBox="1"/>
          <p:nvPr>
            <p:ph idx="2" type="body"/>
          </p:nvPr>
        </p:nvSpPr>
        <p:spPr>
          <a:xfrm>
            <a:off x="4938725" y="2345458"/>
            <a:ext cx="3838500" cy="15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66" name="Google Shape;166;p29"/>
          <p:cNvSpPr txBox="1"/>
          <p:nvPr>
            <p:ph idx="3" type="body"/>
          </p:nvPr>
        </p:nvSpPr>
        <p:spPr>
          <a:xfrm>
            <a:off x="366750" y="4864767"/>
            <a:ext cx="3838500" cy="15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67" name="Google Shape;167;p29"/>
          <p:cNvSpPr txBox="1"/>
          <p:nvPr>
            <p:ph idx="4" type="body"/>
          </p:nvPr>
        </p:nvSpPr>
        <p:spPr>
          <a:xfrm>
            <a:off x="4938750" y="4864767"/>
            <a:ext cx="3838500" cy="15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68" name="Google Shape;168;p29"/>
          <p:cNvSpPr txBox="1"/>
          <p:nvPr>
            <p:ph type="title"/>
          </p:nvPr>
        </p:nvSpPr>
        <p:spPr>
          <a:xfrm>
            <a:off x="366750" y="600033"/>
            <a:ext cx="8184600" cy="101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69" name="Google Shape;169;p29"/>
          <p:cNvSpPr txBox="1"/>
          <p:nvPr>
            <p:ph idx="5" type="subTitle"/>
          </p:nvPr>
        </p:nvSpPr>
        <p:spPr>
          <a:xfrm>
            <a:off x="366763" y="1703876"/>
            <a:ext cx="38385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0" name="Google Shape;170;p29"/>
          <p:cNvSpPr txBox="1"/>
          <p:nvPr>
            <p:ph idx="6" type="subTitle"/>
          </p:nvPr>
        </p:nvSpPr>
        <p:spPr>
          <a:xfrm>
            <a:off x="4938738" y="1703876"/>
            <a:ext cx="38385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1" name="Google Shape;171;p29"/>
          <p:cNvSpPr txBox="1"/>
          <p:nvPr>
            <p:ph idx="7" type="subTitle"/>
          </p:nvPr>
        </p:nvSpPr>
        <p:spPr>
          <a:xfrm>
            <a:off x="4938761" y="4223150"/>
            <a:ext cx="38385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2" name="Google Shape;172;p29"/>
          <p:cNvSpPr txBox="1"/>
          <p:nvPr>
            <p:ph idx="8" type="subTitle"/>
          </p:nvPr>
        </p:nvSpPr>
        <p:spPr>
          <a:xfrm>
            <a:off x="366750" y="4223150"/>
            <a:ext cx="38385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5" name="Google Shape;175;p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" name="Google Shape;176;p30"/>
          <p:cNvSpPr/>
          <p:nvPr>
            <p:ph idx="2" type="pic"/>
          </p:nvPr>
        </p:nvSpPr>
        <p:spPr>
          <a:xfrm>
            <a:off x="311700" y="1560567"/>
            <a:ext cx="8520600" cy="465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idx="1" type="body"/>
          </p:nvPr>
        </p:nvSpPr>
        <p:spPr>
          <a:xfrm>
            <a:off x="311700" y="5440300"/>
            <a:ext cx="4027500" cy="12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9" name="Google Shape;179;p31"/>
          <p:cNvSpPr/>
          <p:nvPr>
            <p:ph idx="2" type="pic"/>
          </p:nvPr>
        </p:nvSpPr>
        <p:spPr>
          <a:xfrm>
            <a:off x="4804825" y="1511067"/>
            <a:ext cx="4027500" cy="31905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31"/>
          <p:cNvSpPr/>
          <p:nvPr>
            <p:ph idx="3" type="pic"/>
          </p:nvPr>
        </p:nvSpPr>
        <p:spPr>
          <a:xfrm>
            <a:off x="311725" y="1511067"/>
            <a:ext cx="4027500" cy="31905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31"/>
          <p:cNvSpPr txBox="1"/>
          <p:nvPr>
            <p:ph idx="4" type="body"/>
          </p:nvPr>
        </p:nvSpPr>
        <p:spPr>
          <a:xfrm>
            <a:off x="4804825" y="5440300"/>
            <a:ext cx="4027500" cy="12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2" name="Google Shape;182;p3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" name="Google Shape;183;p3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4" name="Google Shape;184;p31"/>
          <p:cNvSpPr txBox="1"/>
          <p:nvPr>
            <p:ph idx="5" type="subTitle"/>
          </p:nvPr>
        </p:nvSpPr>
        <p:spPr>
          <a:xfrm>
            <a:off x="311725" y="4777200"/>
            <a:ext cx="40275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5" name="Google Shape;185;p31"/>
          <p:cNvSpPr txBox="1"/>
          <p:nvPr>
            <p:ph idx="6" type="subTitle"/>
          </p:nvPr>
        </p:nvSpPr>
        <p:spPr>
          <a:xfrm>
            <a:off x="4804825" y="4777200"/>
            <a:ext cx="40275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/>
          <p:nvPr>
            <p:ph idx="1" type="body"/>
          </p:nvPr>
        </p:nvSpPr>
        <p:spPr>
          <a:xfrm>
            <a:off x="311700" y="5215600"/>
            <a:ext cx="2627100" cy="13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8" name="Google Shape;188;p32"/>
          <p:cNvSpPr/>
          <p:nvPr>
            <p:ph idx="2" type="pic"/>
          </p:nvPr>
        </p:nvSpPr>
        <p:spPr>
          <a:xfrm>
            <a:off x="6205225" y="1504433"/>
            <a:ext cx="26271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189" name="Google Shape;189;p32"/>
          <p:cNvSpPr/>
          <p:nvPr>
            <p:ph idx="3" type="pic"/>
          </p:nvPr>
        </p:nvSpPr>
        <p:spPr>
          <a:xfrm>
            <a:off x="311725" y="1504433"/>
            <a:ext cx="26271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190" name="Google Shape;190;p32"/>
          <p:cNvSpPr txBox="1"/>
          <p:nvPr>
            <p:ph idx="4" type="body"/>
          </p:nvPr>
        </p:nvSpPr>
        <p:spPr>
          <a:xfrm>
            <a:off x="6205225" y="5215600"/>
            <a:ext cx="2627100" cy="13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1" name="Google Shape;191;p32"/>
          <p:cNvSpPr/>
          <p:nvPr>
            <p:ph idx="5" type="pic"/>
          </p:nvPr>
        </p:nvSpPr>
        <p:spPr>
          <a:xfrm>
            <a:off x="3255250" y="1504433"/>
            <a:ext cx="26271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192" name="Google Shape;192;p32"/>
          <p:cNvSpPr txBox="1"/>
          <p:nvPr>
            <p:ph idx="6" type="body"/>
          </p:nvPr>
        </p:nvSpPr>
        <p:spPr>
          <a:xfrm>
            <a:off x="3255250" y="5215600"/>
            <a:ext cx="2627100" cy="13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3" name="Google Shape;193;p3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4" name="Google Shape;194;p3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5" name="Google Shape;195;p32"/>
          <p:cNvSpPr txBox="1"/>
          <p:nvPr>
            <p:ph idx="7" type="subTitle"/>
          </p:nvPr>
        </p:nvSpPr>
        <p:spPr>
          <a:xfrm>
            <a:off x="311725" y="4574000"/>
            <a:ext cx="26271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32"/>
          <p:cNvSpPr txBox="1"/>
          <p:nvPr>
            <p:ph idx="8" type="subTitle"/>
          </p:nvPr>
        </p:nvSpPr>
        <p:spPr>
          <a:xfrm>
            <a:off x="6205225" y="4574000"/>
            <a:ext cx="26271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32"/>
          <p:cNvSpPr txBox="1"/>
          <p:nvPr>
            <p:ph idx="9" type="subTitle"/>
          </p:nvPr>
        </p:nvSpPr>
        <p:spPr>
          <a:xfrm>
            <a:off x="3255250" y="4574000"/>
            <a:ext cx="26271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3"/>
          <p:cNvSpPr/>
          <p:nvPr>
            <p:ph idx="2" type="pic"/>
          </p:nvPr>
        </p:nvSpPr>
        <p:spPr>
          <a:xfrm>
            <a:off x="311700" y="593367"/>
            <a:ext cx="8520600" cy="56244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3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3" name="Google Shape;203;p34"/>
          <p:cNvSpPr/>
          <p:nvPr>
            <p:ph idx="2" type="pic"/>
          </p:nvPr>
        </p:nvSpPr>
        <p:spPr>
          <a:xfrm>
            <a:off x="3389600" y="158550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34"/>
          <p:cNvSpPr/>
          <p:nvPr>
            <p:ph idx="3" type="pic"/>
          </p:nvPr>
        </p:nvSpPr>
        <p:spPr>
          <a:xfrm>
            <a:off x="5195935" y="158550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05" name="Google Shape;205;p34"/>
          <p:cNvSpPr/>
          <p:nvPr>
            <p:ph idx="4" type="pic"/>
          </p:nvPr>
        </p:nvSpPr>
        <p:spPr>
          <a:xfrm>
            <a:off x="7002270" y="158550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34"/>
          <p:cNvSpPr/>
          <p:nvPr>
            <p:ph idx="5" type="pic"/>
          </p:nvPr>
        </p:nvSpPr>
        <p:spPr>
          <a:xfrm>
            <a:off x="3389588" y="2405616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07" name="Google Shape;207;p34"/>
          <p:cNvSpPr/>
          <p:nvPr>
            <p:ph idx="6" type="pic"/>
          </p:nvPr>
        </p:nvSpPr>
        <p:spPr>
          <a:xfrm>
            <a:off x="5195922" y="2405616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34"/>
          <p:cNvSpPr/>
          <p:nvPr>
            <p:ph idx="7" type="pic"/>
          </p:nvPr>
        </p:nvSpPr>
        <p:spPr>
          <a:xfrm>
            <a:off x="7002257" y="2405616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09" name="Google Shape;209;p34"/>
          <p:cNvSpPr txBox="1"/>
          <p:nvPr>
            <p:ph type="title"/>
          </p:nvPr>
        </p:nvSpPr>
        <p:spPr>
          <a:xfrm>
            <a:off x="351550" y="593367"/>
            <a:ext cx="25968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0" name="Google Shape;210;p34"/>
          <p:cNvSpPr/>
          <p:nvPr>
            <p:ph idx="8" type="pic"/>
          </p:nvPr>
        </p:nvSpPr>
        <p:spPr>
          <a:xfrm>
            <a:off x="3389588" y="4652649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11" name="Google Shape;211;p34"/>
          <p:cNvSpPr/>
          <p:nvPr>
            <p:ph idx="9" type="pic"/>
          </p:nvPr>
        </p:nvSpPr>
        <p:spPr>
          <a:xfrm>
            <a:off x="5195922" y="4652649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12" name="Google Shape;212;p34"/>
          <p:cNvSpPr/>
          <p:nvPr>
            <p:ph idx="13" type="pic"/>
          </p:nvPr>
        </p:nvSpPr>
        <p:spPr>
          <a:xfrm>
            <a:off x="7002257" y="4652649"/>
            <a:ext cx="1643700" cy="2046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 type="secHead">
  <p:cSld name="SECTION_HEADER">
    <p:bg>
      <p:bgPr>
        <a:solidFill>
          <a:schemeClr val="l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" name="Google Shape;214;p35"/>
          <p:cNvGrpSpPr/>
          <p:nvPr/>
        </p:nvGrpSpPr>
        <p:grpSpPr>
          <a:xfrm>
            <a:off x="75" y="342225"/>
            <a:ext cx="3798141" cy="1587259"/>
            <a:chOff x="75" y="256675"/>
            <a:chExt cx="3798141" cy="1190474"/>
          </a:xfrm>
        </p:grpSpPr>
        <p:sp>
          <p:nvSpPr>
            <p:cNvPr id="215" name="Google Shape;215;p35"/>
            <p:cNvSpPr/>
            <p:nvPr/>
          </p:nvSpPr>
          <p:spPr>
            <a:xfrm flipH="1" rot="10800000">
              <a:off x="75" y="256675"/>
              <a:ext cx="3798000" cy="1190400"/>
            </a:xfrm>
            <a:prstGeom prst="snip1Rect">
              <a:avLst>
                <a:gd fmla="val 3510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6" name="Google Shape;216;p35"/>
            <p:cNvSpPr/>
            <p:nvPr/>
          </p:nvSpPr>
          <p:spPr>
            <a:xfrm flipH="1" rot="-10795068">
              <a:off x="3380016" y="1028349"/>
              <a:ext cx="418200" cy="4185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 </a:t>
              </a:r>
              <a:endParaRPr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17" name="Google Shape;217;p35"/>
          <p:cNvSpPr txBox="1"/>
          <p:nvPr>
            <p:ph type="title"/>
          </p:nvPr>
        </p:nvSpPr>
        <p:spPr>
          <a:xfrm>
            <a:off x="333925" y="725667"/>
            <a:ext cx="3039900" cy="9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8" name="Google Shape;218;p35"/>
          <p:cNvSpPr txBox="1"/>
          <p:nvPr>
            <p:ph idx="1" type="subTitle"/>
          </p:nvPr>
        </p:nvSpPr>
        <p:spPr>
          <a:xfrm>
            <a:off x="1149126" y="3131400"/>
            <a:ext cx="32343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219" name="Google Shape;219;p35"/>
          <p:cNvSpPr txBox="1"/>
          <p:nvPr>
            <p:ph idx="2" type="subTitle"/>
          </p:nvPr>
        </p:nvSpPr>
        <p:spPr>
          <a:xfrm>
            <a:off x="1149126" y="3737158"/>
            <a:ext cx="32343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220" name="Google Shape;220;p35"/>
          <p:cNvSpPr txBox="1"/>
          <p:nvPr>
            <p:ph idx="3" type="subTitle"/>
          </p:nvPr>
        </p:nvSpPr>
        <p:spPr>
          <a:xfrm>
            <a:off x="1149126" y="4342916"/>
            <a:ext cx="32343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221" name="Google Shape;221;p35"/>
          <p:cNvSpPr txBox="1"/>
          <p:nvPr>
            <p:ph idx="4" type="subTitle"/>
          </p:nvPr>
        </p:nvSpPr>
        <p:spPr>
          <a:xfrm>
            <a:off x="1149126" y="4948674"/>
            <a:ext cx="32343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222" name="Google Shape;222;p35"/>
          <p:cNvSpPr txBox="1"/>
          <p:nvPr>
            <p:ph idx="5" type="subTitle"/>
          </p:nvPr>
        </p:nvSpPr>
        <p:spPr>
          <a:xfrm>
            <a:off x="1149126" y="5554433"/>
            <a:ext cx="32343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223" name="Google Shape;223;p35"/>
          <p:cNvSpPr txBox="1"/>
          <p:nvPr>
            <p:ph idx="6" type="subTitle"/>
          </p:nvPr>
        </p:nvSpPr>
        <p:spPr>
          <a:xfrm>
            <a:off x="5327851" y="3131400"/>
            <a:ext cx="32343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224" name="Google Shape;224;p35"/>
          <p:cNvSpPr txBox="1"/>
          <p:nvPr>
            <p:ph idx="7" type="subTitle"/>
          </p:nvPr>
        </p:nvSpPr>
        <p:spPr>
          <a:xfrm>
            <a:off x="5327851" y="3737158"/>
            <a:ext cx="32343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225" name="Google Shape;225;p35"/>
          <p:cNvSpPr txBox="1"/>
          <p:nvPr>
            <p:ph idx="8" type="subTitle"/>
          </p:nvPr>
        </p:nvSpPr>
        <p:spPr>
          <a:xfrm>
            <a:off x="5327851" y="4342916"/>
            <a:ext cx="32343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226" name="Google Shape;226;p35"/>
          <p:cNvSpPr txBox="1"/>
          <p:nvPr>
            <p:ph idx="9" type="subTitle"/>
          </p:nvPr>
        </p:nvSpPr>
        <p:spPr>
          <a:xfrm>
            <a:off x="5327851" y="4948674"/>
            <a:ext cx="32343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227" name="Google Shape;227;p35"/>
          <p:cNvSpPr txBox="1"/>
          <p:nvPr>
            <p:ph idx="13" type="subTitle"/>
          </p:nvPr>
        </p:nvSpPr>
        <p:spPr>
          <a:xfrm>
            <a:off x="5327851" y="5554433"/>
            <a:ext cx="32343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s" type="tx">
  <p:cSld name="TITLE_AND_BODY">
    <p:bg>
      <p:bgPr>
        <a:solidFill>
          <a:schemeClr val="lt1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6"/>
          <p:cNvSpPr/>
          <p:nvPr>
            <p:ph idx="2" type="pic"/>
          </p:nvPr>
        </p:nvSpPr>
        <p:spPr>
          <a:xfrm rot="399201">
            <a:off x="710694" y="3111045"/>
            <a:ext cx="3697501" cy="3268606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30" name="Google Shape;230;p36"/>
          <p:cNvSpPr/>
          <p:nvPr>
            <p:ph idx="3" type="pic"/>
          </p:nvPr>
        </p:nvSpPr>
        <p:spPr>
          <a:xfrm rot="-399478">
            <a:off x="4735852" y="3111260"/>
            <a:ext cx="3697536" cy="3268606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31" name="Google Shape;231;p36"/>
          <p:cNvSpPr txBox="1"/>
          <p:nvPr>
            <p:ph type="title"/>
          </p:nvPr>
        </p:nvSpPr>
        <p:spPr>
          <a:xfrm>
            <a:off x="333925" y="782867"/>
            <a:ext cx="8475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2" name="Google Shape;232;p36"/>
          <p:cNvSpPr txBox="1"/>
          <p:nvPr>
            <p:ph idx="1" type="body"/>
          </p:nvPr>
        </p:nvSpPr>
        <p:spPr>
          <a:xfrm>
            <a:off x="333925" y="1550867"/>
            <a:ext cx="8475600" cy="9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233" name="Google Shape;233;p36"/>
          <p:cNvSpPr txBox="1"/>
          <p:nvPr>
            <p:ph idx="12" type="sldNum"/>
          </p:nvPr>
        </p:nvSpPr>
        <p:spPr>
          <a:xfrm>
            <a:off x="8260675" y="274067"/>
            <a:ext cx="5487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r">
              <a:buNone/>
              <a:defRPr/>
            </a:lvl1pPr>
            <a:lvl2pPr lvl="1" rtl="0" algn="r">
              <a:buNone/>
              <a:defRPr/>
            </a:lvl2pPr>
            <a:lvl3pPr lvl="2" rtl="0" algn="r">
              <a:buNone/>
              <a:defRPr/>
            </a:lvl3pPr>
            <a:lvl4pPr lvl="3" rtl="0" algn="r">
              <a:buNone/>
              <a:defRPr/>
            </a:lvl4pPr>
            <a:lvl5pPr lvl="4" rtl="0" algn="r">
              <a:buNone/>
              <a:defRPr/>
            </a:lvl5pPr>
            <a:lvl6pPr lvl="5" rtl="0" algn="r">
              <a:buNone/>
              <a:defRPr/>
            </a:lvl6pPr>
            <a:lvl7pPr lvl="6" rtl="0" algn="r">
              <a:buNone/>
              <a:defRPr/>
            </a:lvl7pPr>
            <a:lvl8pPr lvl="7" rtl="0" algn="r">
              <a:buNone/>
              <a:defRPr/>
            </a:lvl8pPr>
            <a:lvl9pPr lvl="8" rtl="0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4" name="Google Shape;234;p36"/>
          <p:cNvSpPr txBox="1"/>
          <p:nvPr>
            <p:ph idx="4" type="subTitle"/>
          </p:nvPr>
        </p:nvSpPr>
        <p:spPr>
          <a:xfrm>
            <a:off x="1716575" y="274067"/>
            <a:ext cx="28554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35" name="Google Shape;235;p36"/>
          <p:cNvSpPr txBox="1"/>
          <p:nvPr>
            <p:ph idx="5" type="subTitle"/>
          </p:nvPr>
        </p:nvSpPr>
        <p:spPr>
          <a:xfrm>
            <a:off x="333925" y="274067"/>
            <a:ext cx="13533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">
  <p:cSld name="TITLE_AND_BODY_1">
    <p:bg>
      <p:bgPr>
        <a:solidFill>
          <a:schemeClr val="lt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7"/>
          <p:cNvSpPr/>
          <p:nvPr>
            <p:ph idx="2" type="pic"/>
          </p:nvPr>
        </p:nvSpPr>
        <p:spPr>
          <a:xfrm rot="399201">
            <a:off x="710694" y="3111045"/>
            <a:ext cx="3697501" cy="3268606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38" name="Google Shape;238;p37"/>
          <p:cNvSpPr/>
          <p:nvPr>
            <p:ph idx="3" type="pic"/>
          </p:nvPr>
        </p:nvSpPr>
        <p:spPr>
          <a:xfrm rot="-399478">
            <a:off x="4735852" y="3111260"/>
            <a:ext cx="3697536" cy="3268606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39" name="Google Shape;239;p37"/>
          <p:cNvSpPr txBox="1"/>
          <p:nvPr>
            <p:ph type="title"/>
          </p:nvPr>
        </p:nvSpPr>
        <p:spPr>
          <a:xfrm>
            <a:off x="333925" y="782867"/>
            <a:ext cx="8475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0" name="Google Shape;240;p37"/>
          <p:cNvSpPr txBox="1"/>
          <p:nvPr>
            <p:ph idx="12" type="sldNum"/>
          </p:nvPr>
        </p:nvSpPr>
        <p:spPr>
          <a:xfrm>
            <a:off x="8260675" y="274067"/>
            <a:ext cx="5487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r">
              <a:buNone/>
              <a:defRPr/>
            </a:lvl1pPr>
            <a:lvl2pPr lvl="1" rtl="0" algn="r">
              <a:buNone/>
              <a:defRPr/>
            </a:lvl2pPr>
            <a:lvl3pPr lvl="2" rtl="0" algn="r">
              <a:buNone/>
              <a:defRPr/>
            </a:lvl3pPr>
            <a:lvl4pPr lvl="3" rtl="0" algn="r">
              <a:buNone/>
              <a:defRPr/>
            </a:lvl4pPr>
            <a:lvl5pPr lvl="4" rtl="0" algn="r">
              <a:buNone/>
              <a:defRPr/>
            </a:lvl5pPr>
            <a:lvl6pPr lvl="5" rtl="0" algn="r">
              <a:buNone/>
              <a:defRPr/>
            </a:lvl6pPr>
            <a:lvl7pPr lvl="6" rtl="0" algn="r">
              <a:buNone/>
              <a:defRPr/>
            </a:lvl7pPr>
            <a:lvl8pPr lvl="7" rtl="0" algn="r">
              <a:buNone/>
              <a:defRPr/>
            </a:lvl8pPr>
            <a:lvl9pPr lvl="8" rtl="0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1" name="Google Shape;241;p37"/>
          <p:cNvSpPr txBox="1"/>
          <p:nvPr>
            <p:ph idx="1" type="subTitle"/>
          </p:nvPr>
        </p:nvSpPr>
        <p:spPr>
          <a:xfrm>
            <a:off x="381082" y="1577233"/>
            <a:ext cx="4149000" cy="4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42" name="Google Shape;242;p37"/>
          <p:cNvSpPr txBox="1"/>
          <p:nvPr>
            <p:ph idx="4" type="body"/>
          </p:nvPr>
        </p:nvSpPr>
        <p:spPr>
          <a:xfrm>
            <a:off x="381082" y="2028836"/>
            <a:ext cx="41490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43" name="Google Shape;243;p37"/>
          <p:cNvSpPr txBox="1"/>
          <p:nvPr>
            <p:ph idx="5" type="subTitle"/>
          </p:nvPr>
        </p:nvSpPr>
        <p:spPr>
          <a:xfrm>
            <a:off x="4566932" y="1577233"/>
            <a:ext cx="4149000" cy="4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44" name="Google Shape;244;p37"/>
          <p:cNvSpPr txBox="1"/>
          <p:nvPr>
            <p:ph idx="6" type="body"/>
          </p:nvPr>
        </p:nvSpPr>
        <p:spPr>
          <a:xfrm>
            <a:off x="4566932" y="2028836"/>
            <a:ext cx="41490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45" name="Google Shape;245;p37"/>
          <p:cNvSpPr txBox="1"/>
          <p:nvPr>
            <p:ph idx="7" type="subTitle"/>
          </p:nvPr>
        </p:nvSpPr>
        <p:spPr>
          <a:xfrm>
            <a:off x="1716575" y="274067"/>
            <a:ext cx="28554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46" name="Google Shape;246;p37"/>
          <p:cNvSpPr txBox="1"/>
          <p:nvPr>
            <p:ph idx="8" type="subTitle"/>
          </p:nvPr>
        </p:nvSpPr>
        <p:spPr>
          <a:xfrm>
            <a:off x="333925" y="274067"/>
            <a:ext cx="13533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 type="twoColTx">
  <p:cSld name="TITLE_AND_TWO_COLUMNS">
    <p:bg>
      <p:bgPr>
        <a:solidFill>
          <a:schemeClr val="lt1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" name="Google Shape;248;p38"/>
          <p:cNvGrpSpPr/>
          <p:nvPr/>
        </p:nvGrpSpPr>
        <p:grpSpPr>
          <a:xfrm>
            <a:off x="0" y="-593185"/>
            <a:ext cx="9144000" cy="7451147"/>
            <a:chOff x="0" y="-444900"/>
            <a:chExt cx="9144000" cy="5588500"/>
          </a:xfrm>
        </p:grpSpPr>
        <p:grpSp>
          <p:nvGrpSpPr>
            <p:cNvPr id="249" name="Google Shape;249;p38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250" name="Google Shape;250;p38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fmla="val 40868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51" name="Google Shape;251;p38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252" name="Google Shape;252;p38"/>
            <p:cNvSpPr/>
            <p:nvPr/>
          </p:nvSpPr>
          <p:spPr>
            <a:xfrm flipH="1" rot="4500068">
              <a:off x="7230762" y="-24804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253" name="Google Shape;253;p38"/>
          <p:cNvSpPr txBox="1"/>
          <p:nvPr>
            <p:ph idx="12" type="sldNum"/>
          </p:nvPr>
        </p:nvSpPr>
        <p:spPr>
          <a:xfrm>
            <a:off x="8260675" y="274067"/>
            <a:ext cx="5487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4" name="Google Shape;254;p38"/>
          <p:cNvSpPr txBox="1"/>
          <p:nvPr>
            <p:ph type="title"/>
          </p:nvPr>
        </p:nvSpPr>
        <p:spPr>
          <a:xfrm>
            <a:off x="2479675" y="2183217"/>
            <a:ext cx="4184700" cy="7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38"/>
          <p:cNvSpPr txBox="1"/>
          <p:nvPr>
            <p:ph idx="1" type="body"/>
          </p:nvPr>
        </p:nvSpPr>
        <p:spPr>
          <a:xfrm>
            <a:off x="2479675" y="3055169"/>
            <a:ext cx="4184700" cy="30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6" name="Google Shape;256;p38"/>
          <p:cNvSpPr txBox="1"/>
          <p:nvPr>
            <p:ph idx="2" type="subTitle"/>
          </p:nvPr>
        </p:nvSpPr>
        <p:spPr>
          <a:xfrm>
            <a:off x="1716575" y="274067"/>
            <a:ext cx="28554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57" name="Google Shape;257;p38"/>
          <p:cNvSpPr txBox="1"/>
          <p:nvPr>
            <p:ph idx="3" type="subTitle"/>
          </p:nvPr>
        </p:nvSpPr>
        <p:spPr>
          <a:xfrm>
            <a:off x="333925" y="274067"/>
            <a:ext cx="13533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 type="titleOnly">
  <p:cSld name="TITLE_ONLY">
    <p:bg>
      <p:bgPr>
        <a:solidFill>
          <a:schemeClr val="lt1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9"/>
          <p:cNvSpPr/>
          <p:nvPr>
            <p:ph idx="2" type="pic"/>
          </p:nvPr>
        </p:nvSpPr>
        <p:spPr>
          <a:xfrm rot="299866">
            <a:off x="764484" y="3546123"/>
            <a:ext cx="1938771" cy="1938771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0" name="Google Shape;260;p39"/>
          <p:cNvSpPr/>
          <p:nvPr>
            <p:ph idx="3" type="pic"/>
          </p:nvPr>
        </p:nvSpPr>
        <p:spPr>
          <a:xfrm rot="-299913">
            <a:off x="3602840" y="3523813"/>
            <a:ext cx="1938472" cy="1938472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1" name="Google Shape;261;p39"/>
          <p:cNvSpPr/>
          <p:nvPr>
            <p:ph idx="4" type="pic"/>
          </p:nvPr>
        </p:nvSpPr>
        <p:spPr>
          <a:xfrm rot="299913">
            <a:off x="6440891" y="3546341"/>
            <a:ext cx="1938472" cy="1938472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2" name="Google Shape;262;p39"/>
          <p:cNvSpPr txBox="1"/>
          <p:nvPr>
            <p:ph idx="12" type="sldNum"/>
          </p:nvPr>
        </p:nvSpPr>
        <p:spPr>
          <a:xfrm>
            <a:off x="8260675" y="274067"/>
            <a:ext cx="5487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3" name="Google Shape;263;p39"/>
          <p:cNvSpPr txBox="1"/>
          <p:nvPr>
            <p:ph idx="1" type="subTitle"/>
          </p:nvPr>
        </p:nvSpPr>
        <p:spPr>
          <a:xfrm>
            <a:off x="381063" y="1577230"/>
            <a:ext cx="2705400" cy="4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64" name="Google Shape;264;p39"/>
          <p:cNvSpPr txBox="1"/>
          <p:nvPr>
            <p:ph idx="5" type="body"/>
          </p:nvPr>
        </p:nvSpPr>
        <p:spPr>
          <a:xfrm>
            <a:off x="381063" y="2028833"/>
            <a:ext cx="27054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65" name="Google Shape;265;p39"/>
          <p:cNvSpPr txBox="1"/>
          <p:nvPr>
            <p:ph idx="6" type="subTitle"/>
          </p:nvPr>
        </p:nvSpPr>
        <p:spPr>
          <a:xfrm>
            <a:off x="3219300" y="1577230"/>
            <a:ext cx="2705400" cy="4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66" name="Google Shape;266;p39"/>
          <p:cNvSpPr txBox="1"/>
          <p:nvPr>
            <p:ph idx="7" type="body"/>
          </p:nvPr>
        </p:nvSpPr>
        <p:spPr>
          <a:xfrm>
            <a:off x="3219300" y="2028833"/>
            <a:ext cx="27054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67" name="Google Shape;267;p39"/>
          <p:cNvSpPr txBox="1"/>
          <p:nvPr>
            <p:ph idx="8" type="subTitle"/>
          </p:nvPr>
        </p:nvSpPr>
        <p:spPr>
          <a:xfrm>
            <a:off x="6057538" y="1577230"/>
            <a:ext cx="2705400" cy="4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68" name="Google Shape;268;p39"/>
          <p:cNvSpPr txBox="1"/>
          <p:nvPr>
            <p:ph idx="9" type="body"/>
          </p:nvPr>
        </p:nvSpPr>
        <p:spPr>
          <a:xfrm>
            <a:off x="6057538" y="2028833"/>
            <a:ext cx="27054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69" name="Google Shape;269;p39"/>
          <p:cNvSpPr txBox="1"/>
          <p:nvPr>
            <p:ph type="title"/>
          </p:nvPr>
        </p:nvSpPr>
        <p:spPr>
          <a:xfrm>
            <a:off x="333925" y="782867"/>
            <a:ext cx="8475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0" name="Google Shape;270;p39"/>
          <p:cNvSpPr txBox="1"/>
          <p:nvPr>
            <p:ph idx="13" type="subTitle"/>
          </p:nvPr>
        </p:nvSpPr>
        <p:spPr>
          <a:xfrm>
            <a:off x="1716575" y="274067"/>
            <a:ext cx="28554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71" name="Google Shape;271;p39"/>
          <p:cNvSpPr txBox="1"/>
          <p:nvPr>
            <p:ph idx="14" type="subTitle"/>
          </p:nvPr>
        </p:nvSpPr>
        <p:spPr>
          <a:xfrm>
            <a:off x="333925" y="274067"/>
            <a:ext cx="13533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 1">
  <p:cSld name="ONE_COLUMN_TEXT">
    <p:bg>
      <p:bgPr>
        <a:solidFill>
          <a:schemeClr val="lt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0"/>
          <p:cNvSpPr/>
          <p:nvPr>
            <p:ph idx="2" type="pic"/>
          </p:nvPr>
        </p:nvSpPr>
        <p:spPr>
          <a:xfrm>
            <a:off x="434125" y="2863767"/>
            <a:ext cx="8275200" cy="3572400"/>
          </a:xfrm>
          <a:prstGeom prst="snip1Rect">
            <a:avLst>
              <a:gd fmla="val 29467" name="adj"/>
            </a:avLst>
          </a:prstGeom>
          <a:noFill/>
          <a:ln>
            <a:noFill/>
          </a:ln>
        </p:spPr>
      </p:sp>
      <p:sp>
        <p:nvSpPr>
          <p:cNvPr id="274" name="Google Shape;274;p40"/>
          <p:cNvSpPr txBox="1"/>
          <p:nvPr>
            <p:ph idx="12" type="sldNum"/>
          </p:nvPr>
        </p:nvSpPr>
        <p:spPr>
          <a:xfrm>
            <a:off x="8260675" y="274067"/>
            <a:ext cx="5487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5" name="Google Shape;275;p40"/>
          <p:cNvSpPr txBox="1"/>
          <p:nvPr>
            <p:ph type="title"/>
          </p:nvPr>
        </p:nvSpPr>
        <p:spPr>
          <a:xfrm>
            <a:off x="333925" y="782867"/>
            <a:ext cx="8475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6" name="Google Shape;276;p40"/>
          <p:cNvSpPr txBox="1"/>
          <p:nvPr>
            <p:ph idx="1" type="body"/>
          </p:nvPr>
        </p:nvSpPr>
        <p:spPr>
          <a:xfrm>
            <a:off x="333925" y="1550867"/>
            <a:ext cx="8475600" cy="9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277" name="Google Shape;277;p40"/>
          <p:cNvSpPr txBox="1"/>
          <p:nvPr>
            <p:ph idx="3" type="subTitle"/>
          </p:nvPr>
        </p:nvSpPr>
        <p:spPr>
          <a:xfrm>
            <a:off x="1716575" y="274067"/>
            <a:ext cx="28554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78" name="Google Shape;278;p40"/>
          <p:cNvSpPr txBox="1"/>
          <p:nvPr>
            <p:ph idx="4" type="subTitle"/>
          </p:nvPr>
        </p:nvSpPr>
        <p:spPr>
          <a:xfrm>
            <a:off x="333925" y="274067"/>
            <a:ext cx="13533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73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active pop-up left">
  <p:cSld name="ONE_COLUMN_TEXT_1">
    <p:bg>
      <p:bgPr>
        <a:solidFill>
          <a:schemeClr val="lt1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41"/>
          <p:cNvGrpSpPr/>
          <p:nvPr/>
        </p:nvGrpSpPr>
        <p:grpSpPr>
          <a:xfrm>
            <a:off x="433788" y="1602904"/>
            <a:ext cx="2632899" cy="1206126"/>
            <a:chOff x="433788" y="1202208"/>
            <a:chExt cx="2632899" cy="904617"/>
          </a:xfrm>
        </p:grpSpPr>
        <p:sp>
          <p:nvSpPr>
            <p:cNvPr id="281" name="Google Shape;281;p41"/>
            <p:cNvSpPr/>
            <p:nvPr/>
          </p:nvSpPr>
          <p:spPr>
            <a:xfrm>
              <a:off x="433788" y="1202325"/>
              <a:ext cx="2632800" cy="904500"/>
            </a:xfrm>
            <a:prstGeom prst="snip1Rect">
              <a:avLst>
                <a:gd fmla="val 3510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82" name="Google Shape;282;p41"/>
            <p:cNvSpPr/>
            <p:nvPr/>
          </p:nvSpPr>
          <p:spPr>
            <a:xfrm rot="-6523">
              <a:off x="2750486" y="1202508"/>
              <a:ext cx="316201" cy="3180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 </a:t>
              </a:r>
              <a:endParaRPr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83" name="Google Shape;283;p41"/>
          <p:cNvSpPr txBox="1"/>
          <p:nvPr>
            <p:ph idx="1" type="subTitle"/>
          </p:nvPr>
        </p:nvSpPr>
        <p:spPr>
          <a:xfrm>
            <a:off x="437000" y="1602933"/>
            <a:ext cx="2322900" cy="4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84" name="Google Shape;284;p41"/>
          <p:cNvSpPr txBox="1"/>
          <p:nvPr>
            <p:ph idx="2" type="body"/>
          </p:nvPr>
        </p:nvSpPr>
        <p:spPr>
          <a:xfrm>
            <a:off x="437000" y="1947100"/>
            <a:ext cx="26328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5" name="Google Shape;285;p41"/>
          <p:cNvSpPr/>
          <p:nvPr>
            <p:ph idx="3" type="pic"/>
          </p:nvPr>
        </p:nvSpPr>
        <p:spPr>
          <a:xfrm>
            <a:off x="434125" y="2863767"/>
            <a:ext cx="8275200" cy="3572400"/>
          </a:xfrm>
          <a:prstGeom prst="snip1Rect">
            <a:avLst>
              <a:gd fmla="val 29467" name="adj"/>
            </a:avLst>
          </a:prstGeom>
          <a:noFill/>
          <a:ln>
            <a:noFill/>
          </a:ln>
        </p:spPr>
      </p:sp>
      <p:sp>
        <p:nvSpPr>
          <p:cNvPr id="286" name="Google Shape;286;p41"/>
          <p:cNvSpPr txBox="1"/>
          <p:nvPr>
            <p:ph idx="12" type="sldNum"/>
          </p:nvPr>
        </p:nvSpPr>
        <p:spPr>
          <a:xfrm>
            <a:off x="8260675" y="274067"/>
            <a:ext cx="5487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7" name="Google Shape;287;p41"/>
          <p:cNvSpPr txBox="1"/>
          <p:nvPr>
            <p:ph type="title"/>
          </p:nvPr>
        </p:nvSpPr>
        <p:spPr>
          <a:xfrm>
            <a:off x="333925" y="782867"/>
            <a:ext cx="8475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8" name="Google Shape;288;p41"/>
          <p:cNvSpPr txBox="1"/>
          <p:nvPr>
            <p:ph idx="4" type="subTitle"/>
          </p:nvPr>
        </p:nvSpPr>
        <p:spPr>
          <a:xfrm>
            <a:off x="1716575" y="274067"/>
            <a:ext cx="28554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89" name="Google Shape;289;p41"/>
          <p:cNvSpPr txBox="1"/>
          <p:nvPr>
            <p:ph idx="5" type="subTitle"/>
          </p:nvPr>
        </p:nvSpPr>
        <p:spPr>
          <a:xfrm>
            <a:off x="333925" y="274067"/>
            <a:ext cx="13533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73">
          <p15:clr>
            <a:srgbClr val="E46962"/>
          </p15:clr>
        </p15:guide>
        <p15:guide id="2" orient="horz" pos="1804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active pop-up middle">
  <p:cSld name="ONE_COLUMN_TEXT_1_2">
    <p:bg>
      <p:bgPr>
        <a:solidFill>
          <a:schemeClr val="lt1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1" name="Google Shape;291;p42"/>
          <p:cNvGrpSpPr/>
          <p:nvPr/>
        </p:nvGrpSpPr>
        <p:grpSpPr>
          <a:xfrm>
            <a:off x="3253950" y="1602904"/>
            <a:ext cx="2632899" cy="1206126"/>
            <a:chOff x="3253950" y="1202208"/>
            <a:chExt cx="2632899" cy="904617"/>
          </a:xfrm>
        </p:grpSpPr>
        <p:sp>
          <p:nvSpPr>
            <p:cNvPr id="292" name="Google Shape;292;p42"/>
            <p:cNvSpPr/>
            <p:nvPr/>
          </p:nvSpPr>
          <p:spPr>
            <a:xfrm>
              <a:off x="3253950" y="1202325"/>
              <a:ext cx="2632800" cy="904500"/>
            </a:xfrm>
            <a:prstGeom prst="snip1Rect">
              <a:avLst>
                <a:gd fmla="val 351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93" name="Google Shape;293;p42"/>
            <p:cNvSpPr/>
            <p:nvPr/>
          </p:nvSpPr>
          <p:spPr>
            <a:xfrm rot="-6523">
              <a:off x="5570649" y="1202508"/>
              <a:ext cx="316201" cy="3180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 </a:t>
              </a:r>
              <a:endParaRPr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94" name="Google Shape;294;p42"/>
          <p:cNvSpPr txBox="1"/>
          <p:nvPr>
            <p:ph idx="1" type="subTitle"/>
          </p:nvPr>
        </p:nvSpPr>
        <p:spPr>
          <a:xfrm>
            <a:off x="3257163" y="1602933"/>
            <a:ext cx="2322900" cy="4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95" name="Google Shape;295;p42"/>
          <p:cNvSpPr txBox="1"/>
          <p:nvPr>
            <p:ph idx="2" type="body"/>
          </p:nvPr>
        </p:nvSpPr>
        <p:spPr>
          <a:xfrm>
            <a:off x="3257163" y="1947100"/>
            <a:ext cx="26328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6" name="Google Shape;296;p42"/>
          <p:cNvSpPr/>
          <p:nvPr>
            <p:ph idx="3" type="pic"/>
          </p:nvPr>
        </p:nvSpPr>
        <p:spPr>
          <a:xfrm>
            <a:off x="434125" y="2863767"/>
            <a:ext cx="8275200" cy="3572400"/>
          </a:xfrm>
          <a:prstGeom prst="snip1Rect">
            <a:avLst>
              <a:gd fmla="val 29467" name="adj"/>
            </a:avLst>
          </a:prstGeom>
          <a:noFill/>
          <a:ln>
            <a:noFill/>
          </a:ln>
        </p:spPr>
      </p:sp>
      <p:sp>
        <p:nvSpPr>
          <p:cNvPr id="297" name="Google Shape;297;p42"/>
          <p:cNvSpPr txBox="1"/>
          <p:nvPr>
            <p:ph idx="12" type="sldNum"/>
          </p:nvPr>
        </p:nvSpPr>
        <p:spPr>
          <a:xfrm>
            <a:off x="8260675" y="274067"/>
            <a:ext cx="5487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8" name="Google Shape;298;p42"/>
          <p:cNvSpPr txBox="1"/>
          <p:nvPr>
            <p:ph type="title"/>
          </p:nvPr>
        </p:nvSpPr>
        <p:spPr>
          <a:xfrm>
            <a:off x="333925" y="782867"/>
            <a:ext cx="8475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9" name="Google Shape;299;p42"/>
          <p:cNvSpPr txBox="1"/>
          <p:nvPr>
            <p:ph idx="4" type="subTitle"/>
          </p:nvPr>
        </p:nvSpPr>
        <p:spPr>
          <a:xfrm>
            <a:off x="1716575" y="274067"/>
            <a:ext cx="28554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00" name="Google Shape;300;p42"/>
          <p:cNvSpPr txBox="1"/>
          <p:nvPr>
            <p:ph idx="5" type="subTitle"/>
          </p:nvPr>
        </p:nvSpPr>
        <p:spPr>
          <a:xfrm>
            <a:off x="333925" y="274067"/>
            <a:ext cx="13533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active pop-up right, long text">
  <p:cSld name="ONE_COLUMN_TEXT_1_1">
    <p:bg>
      <p:bgPr>
        <a:solidFill>
          <a:schemeClr val="lt1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3"/>
          <p:cNvSpPr/>
          <p:nvPr/>
        </p:nvSpPr>
        <p:spPr>
          <a:xfrm>
            <a:off x="3253825" y="1603100"/>
            <a:ext cx="5453100" cy="1206000"/>
          </a:xfrm>
          <a:prstGeom prst="snip1Rect">
            <a:avLst>
              <a:gd fmla="val 3501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03" name="Google Shape;303;p43"/>
          <p:cNvSpPr txBox="1"/>
          <p:nvPr>
            <p:ph idx="1" type="subTitle"/>
          </p:nvPr>
        </p:nvSpPr>
        <p:spPr>
          <a:xfrm>
            <a:off x="3253950" y="1602933"/>
            <a:ext cx="5136900" cy="4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304" name="Google Shape;304;p43"/>
          <p:cNvSpPr/>
          <p:nvPr>
            <p:ph idx="2" type="pic"/>
          </p:nvPr>
        </p:nvSpPr>
        <p:spPr>
          <a:xfrm>
            <a:off x="434125" y="2863767"/>
            <a:ext cx="8275200" cy="3572400"/>
          </a:xfrm>
          <a:prstGeom prst="snip1Rect">
            <a:avLst>
              <a:gd fmla="val 29467" name="adj"/>
            </a:avLst>
          </a:prstGeom>
          <a:noFill/>
          <a:ln>
            <a:noFill/>
          </a:ln>
        </p:spPr>
      </p:sp>
      <p:sp>
        <p:nvSpPr>
          <p:cNvPr id="305" name="Google Shape;305;p43"/>
          <p:cNvSpPr txBox="1"/>
          <p:nvPr>
            <p:ph idx="3" type="body"/>
          </p:nvPr>
        </p:nvSpPr>
        <p:spPr>
          <a:xfrm>
            <a:off x="3253950" y="1947100"/>
            <a:ext cx="54531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6" name="Google Shape;306;p43"/>
          <p:cNvSpPr txBox="1"/>
          <p:nvPr>
            <p:ph idx="12" type="sldNum"/>
          </p:nvPr>
        </p:nvSpPr>
        <p:spPr>
          <a:xfrm>
            <a:off x="8260675" y="274067"/>
            <a:ext cx="5487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7" name="Google Shape;307;p43"/>
          <p:cNvSpPr txBox="1"/>
          <p:nvPr>
            <p:ph type="title"/>
          </p:nvPr>
        </p:nvSpPr>
        <p:spPr>
          <a:xfrm>
            <a:off x="333925" y="782867"/>
            <a:ext cx="8475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8" name="Google Shape;308;p43"/>
          <p:cNvSpPr txBox="1"/>
          <p:nvPr>
            <p:ph idx="4" type="subTitle"/>
          </p:nvPr>
        </p:nvSpPr>
        <p:spPr>
          <a:xfrm>
            <a:off x="1716575" y="274067"/>
            <a:ext cx="28554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09" name="Google Shape;309;p43"/>
          <p:cNvSpPr txBox="1"/>
          <p:nvPr>
            <p:ph idx="5" type="subTitle"/>
          </p:nvPr>
        </p:nvSpPr>
        <p:spPr>
          <a:xfrm>
            <a:off x="333925" y="274067"/>
            <a:ext cx="13533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10" name="Google Shape;310;p43"/>
          <p:cNvSpPr/>
          <p:nvPr/>
        </p:nvSpPr>
        <p:spPr>
          <a:xfrm rot="-9785">
            <a:off x="8390811" y="1603294"/>
            <a:ext cx="316201" cy="4239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endParaRPr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CUSTOM">
    <p:bg>
      <p:bgPr>
        <a:solidFill>
          <a:schemeClr val="lt1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oogle Shape;312;p44"/>
          <p:cNvGrpSpPr/>
          <p:nvPr/>
        </p:nvGrpSpPr>
        <p:grpSpPr>
          <a:xfrm>
            <a:off x="0" y="-593185"/>
            <a:ext cx="9144000" cy="7451147"/>
            <a:chOff x="0" y="-444900"/>
            <a:chExt cx="9144000" cy="5588500"/>
          </a:xfrm>
        </p:grpSpPr>
        <p:grpSp>
          <p:nvGrpSpPr>
            <p:cNvPr id="313" name="Google Shape;313;p44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314" name="Google Shape;314;p44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fmla="val 40868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15" name="Google Shape;315;p44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316" name="Google Shape;316;p44"/>
            <p:cNvSpPr/>
            <p:nvPr/>
          </p:nvSpPr>
          <p:spPr>
            <a:xfrm flipH="1" rot="4500068">
              <a:off x="7230762" y="-24804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17" name="Google Shape;317;p44"/>
          <p:cNvSpPr txBox="1"/>
          <p:nvPr>
            <p:ph idx="12" type="sldNum"/>
          </p:nvPr>
        </p:nvSpPr>
        <p:spPr>
          <a:xfrm>
            <a:off x="8260675" y="274067"/>
            <a:ext cx="5487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8" name="Google Shape;318;p44"/>
          <p:cNvSpPr txBox="1"/>
          <p:nvPr>
            <p:ph type="title"/>
          </p:nvPr>
        </p:nvSpPr>
        <p:spPr>
          <a:xfrm>
            <a:off x="2479675" y="2183217"/>
            <a:ext cx="4184700" cy="7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9" name="Google Shape;319;p44"/>
          <p:cNvSpPr txBox="1"/>
          <p:nvPr>
            <p:ph idx="1" type="body"/>
          </p:nvPr>
        </p:nvSpPr>
        <p:spPr>
          <a:xfrm>
            <a:off x="2479675" y="3055169"/>
            <a:ext cx="4184700" cy="30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0" name="Google Shape;320;p44"/>
          <p:cNvSpPr txBox="1"/>
          <p:nvPr>
            <p:ph idx="2" type="subTitle"/>
          </p:nvPr>
        </p:nvSpPr>
        <p:spPr>
          <a:xfrm>
            <a:off x="1716575" y="274067"/>
            <a:ext cx="28554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21" name="Google Shape;321;p44"/>
          <p:cNvSpPr txBox="1"/>
          <p:nvPr>
            <p:ph idx="3" type="subTitle"/>
          </p:nvPr>
        </p:nvSpPr>
        <p:spPr>
          <a:xfrm>
            <a:off x="333925" y="274067"/>
            <a:ext cx="13533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 2">
  <p:cSld name="MAIN_POINT">
    <p:bg>
      <p:bgPr>
        <a:solidFill>
          <a:schemeClr val="lt1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5"/>
          <p:cNvSpPr/>
          <p:nvPr>
            <p:ph idx="2" type="pic"/>
          </p:nvPr>
        </p:nvSpPr>
        <p:spPr>
          <a:xfrm rot="399442">
            <a:off x="4897364" y="1132501"/>
            <a:ext cx="3961814" cy="460077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24" name="Google Shape;324;p45"/>
          <p:cNvSpPr txBox="1"/>
          <p:nvPr>
            <p:ph idx="12" type="sldNum"/>
          </p:nvPr>
        </p:nvSpPr>
        <p:spPr>
          <a:xfrm>
            <a:off x="8260675" y="274067"/>
            <a:ext cx="5487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5" name="Google Shape;325;p45"/>
          <p:cNvSpPr txBox="1"/>
          <p:nvPr>
            <p:ph type="title"/>
          </p:nvPr>
        </p:nvSpPr>
        <p:spPr>
          <a:xfrm>
            <a:off x="333925" y="1666044"/>
            <a:ext cx="3662100" cy="128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6" name="Google Shape;326;p45"/>
          <p:cNvSpPr txBox="1"/>
          <p:nvPr>
            <p:ph idx="1" type="body"/>
          </p:nvPr>
        </p:nvSpPr>
        <p:spPr>
          <a:xfrm>
            <a:off x="333925" y="3055187"/>
            <a:ext cx="3662100" cy="19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327" name="Google Shape;327;p45"/>
          <p:cNvSpPr txBox="1"/>
          <p:nvPr>
            <p:ph idx="3" type="subTitle"/>
          </p:nvPr>
        </p:nvSpPr>
        <p:spPr>
          <a:xfrm>
            <a:off x="1716575" y="274067"/>
            <a:ext cx="28554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28" name="Google Shape;328;p45"/>
          <p:cNvSpPr txBox="1"/>
          <p:nvPr>
            <p:ph idx="4" type="subTitle"/>
          </p:nvPr>
        </p:nvSpPr>
        <p:spPr>
          <a:xfrm>
            <a:off x="333925" y="274067"/>
            <a:ext cx="13533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 3">
  <p:cSld name="MAIN_POINT_1">
    <p:bg>
      <p:bgPr>
        <a:solidFill>
          <a:schemeClr val="lt1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6"/>
          <p:cNvSpPr/>
          <p:nvPr>
            <p:ph idx="2" type="pic"/>
          </p:nvPr>
        </p:nvSpPr>
        <p:spPr>
          <a:xfrm rot="-300067">
            <a:off x="550589" y="1233451"/>
            <a:ext cx="3630622" cy="3658027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1" name="Google Shape;331;p46"/>
          <p:cNvSpPr txBox="1"/>
          <p:nvPr>
            <p:ph idx="12" type="sldNum"/>
          </p:nvPr>
        </p:nvSpPr>
        <p:spPr>
          <a:xfrm>
            <a:off x="8318025" y="274067"/>
            <a:ext cx="548700" cy="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2" name="Google Shape;332;p46"/>
          <p:cNvSpPr txBox="1"/>
          <p:nvPr>
            <p:ph type="title"/>
          </p:nvPr>
        </p:nvSpPr>
        <p:spPr>
          <a:xfrm>
            <a:off x="5204625" y="1666044"/>
            <a:ext cx="3662100" cy="128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3" name="Google Shape;333;p46"/>
          <p:cNvSpPr txBox="1"/>
          <p:nvPr>
            <p:ph idx="1" type="body"/>
          </p:nvPr>
        </p:nvSpPr>
        <p:spPr>
          <a:xfrm>
            <a:off x="5204625" y="3055187"/>
            <a:ext cx="3662100" cy="19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334" name="Google Shape;334;p46"/>
          <p:cNvSpPr txBox="1"/>
          <p:nvPr>
            <p:ph idx="3" type="subTitle"/>
          </p:nvPr>
        </p:nvSpPr>
        <p:spPr>
          <a:xfrm>
            <a:off x="1716575" y="274067"/>
            <a:ext cx="28554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35" name="Google Shape;335;p46"/>
          <p:cNvSpPr txBox="1"/>
          <p:nvPr>
            <p:ph idx="4" type="subTitle"/>
          </p:nvPr>
        </p:nvSpPr>
        <p:spPr>
          <a:xfrm>
            <a:off x="333925" y="274067"/>
            <a:ext cx="13533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s and descriptions">
  <p:cSld name="SECTION_TITLE_AND_DESCRIPTION">
    <p:bg>
      <p:bgPr>
        <a:solidFill>
          <a:schemeClr val="lt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7"/>
          <p:cNvSpPr/>
          <p:nvPr>
            <p:ph idx="2" type="pic"/>
          </p:nvPr>
        </p:nvSpPr>
        <p:spPr>
          <a:xfrm>
            <a:off x="3544863" y="2057400"/>
            <a:ext cx="2057400" cy="2057400"/>
          </a:xfrm>
          <a:prstGeom prst="snip1Rect">
            <a:avLst>
              <a:gd fmla="val 24426" name="adj"/>
            </a:avLst>
          </a:prstGeom>
          <a:noFill/>
          <a:ln>
            <a:noFill/>
          </a:ln>
        </p:spPr>
      </p:sp>
      <p:sp>
        <p:nvSpPr>
          <p:cNvPr id="338" name="Google Shape;338;p47"/>
          <p:cNvSpPr/>
          <p:nvPr>
            <p:ph idx="3" type="pic"/>
          </p:nvPr>
        </p:nvSpPr>
        <p:spPr>
          <a:xfrm>
            <a:off x="6658538" y="2057400"/>
            <a:ext cx="2057400" cy="2057400"/>
          </a:xfrm>
          <a:prstGeom prst="snip1Rect">
            <a:avLst>
              <a:gd fmla="val 24426" name="adj"/>
            </a:avLst>
          </a:prstGeom>
          <a:noFill/>
          <a:ln>
            <a:noFill/>
          </a:ln>
        </p:spPr>
      </p:sp>
      <p:sp>
        <p:nvSpPr>
          <p:cNvPr id="339" name="Google Shape;339;p47"/>
          <p:cNvSpPr/>
          <p:nvPr>
            <p:ph idx="4" type="pic"/>
          </p:nvPr>
        </p:nvSpPr>
        <p:spPr>
          <a:xfrm>
            <a:off x="431200" y="2057400"/>
            <a:ext cx="2057400" cy="2057400"/>
          </a:xfrm>
          <a:prstGeom prst="snip1Rect">
            <a:avLst>
              <a:gd fmla="val 24426" name="adj"/>
            </a:avLst>
          </a:prstGeom>
          <a:noFill/>
          <a:ln>
            <a:noFill/>
          </a:ln>
        </p:spPr>
      </p:sp>
      <p:sp>
        <p:nvSpPr>
          <p:cNvPr id="340" name="Google Shape;340;p47"/>
          <p:cNvSpPr txBox="1"/>
          <p:nvPr>
            <p:ph idx="12" type="sldNum"/>
          </p:nvPr>
        </p:nvSpPr>
        <p:spPr>
          <a:xfrm>
            <a:off x="8260675" y="274067"/>
            <a:ext cx="5487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1" name="Google Shape;341;p47"/>
          <p:cNvSpPr txBox="1"/>
          <p:nvPr>
            <p:ph type="title"/>
          </p:nvPr>
        </p:nvSpPr>
        <p:spPr>
          <a:xfrm>
            <a:off x="333925" y="782867"/>
            <a:ext cx="8475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47"/>
          <p:cNvSpPr txBox="1"/>
          <p:nvPr>
            <p:ph idx="1" type="subTitle"/>
          </p:nvPr>
        </p:nvSpPr>
        <p:spPr>
          <a:xfrm>
            <a:off x="381100" y="4902200"/>
            <a:ext cx="2107500" cy="4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343" name="Google Shape;343;p47"/>
          <p:cNvSpPr txBox="1"/>
          <p:nvPr>
            <p:ph idx="5" type="subTitle"/>
          </p:nvPr>
        </p:nvSpPr>
        <p:spPr>
          <a:xfrm>
            <a:off x="3494775" y="4902200"/>
            <a:ext cx="2107500" cy="4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344" name="Google Shape;344;p47"/>
          <p:cNvSpPr txBox="1"/>
          <p:nvPr>
            <p:ph idx="6" type="subTitle"/>
          </p:nvPr>
        </p:nvSpPr>
        <p:spPr>
          <a:xfrm>
            <a:off x="6608438" y="4902200"/>
            <a:ext cx="2107500" cy="4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345" name="Google Shape;345;p47"/>
          <p:cNvSpPr txBox="1"/>
          <p:nvPr>
            <p:ph idx="7" type="subTitle"/>
          </p:nvPr>
        </p:nvSpPr>
        <p:spPr>
          <a:xfrm>
            <a:off x="1716575" y="274067"/>
            <a:ext cx="28554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46" name="Google Shape;346;p47"/>
          <p:cNvSpPr txBox="1"/>
          <p:nvPr>
            <p:ph idx="8" type="subTitle"/>
          </p:nvPr>
        </p:nvSpPr>
        <p:spPr>
          <a:xfrm>
            <a:off x="333925" y="274067"/>
            <a:ext cx="13533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wo column bullet points">
  <p:cSld name="CAPTION_ONLY">
    <p:bg>
      <p:bgPr>
        <a:solidFill>
          <a:schemeClr val="lt1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" name="Google Shape;348;p48"/>
          <p:cNvGrpSpPr/>
          <p:nvPr/>
        </p:nvGrpSpPr>
        <p:grpSpPr>
          <a:xfrm>
            <a:off x="0" y="-593185"/>
            <a:ext cx="9144000" cy="7451147"/>
            <a:chOff x="0" y="-444900"/>
            <a:chExt cx="9144000" cy="5588500"/>
          </a:xfrm>
        </p:grpSpPr>
        <p:grpSp>
          <p:nvGrpSpPr>
            <p:cNvPr id="349" name="Google Shape;349;p48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350" name="Google Shape;350;p48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fmla="val 40868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51" name="Google Shape;351;p48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352" name="Google Shape;352;p48"/>
            <p:cNvSpPr/>
            <p:nvPr/>
          </p:nvSpPr>
          <p:spPr>
            <a:xfrm flipH="1" rot="4500068">
              <a:off x="7230762" y="-24804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53" name="Google Shape;353;p48"/>
          <p:cNvSpPr txBox="1"/>
          <p:nvPr>
            <p:ph idx="12" type="sldNum"/>
          </p:nvPr>
        </p:nvSpPr>
        <p:spPr>
          <a:xfrm>
            <a:off x="8260675" y="274067"/>
            <a:ext cx="5487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4" name="Google Shape;354;p48"/>
          <p:cNvSpPr txBox="1"/>
          <p:nvPr>
            <p:ph type="title"/>
          </p:nvPr>
        </p:nvSpPr>
        <p:spPr>
          <a:xfrm>
            <a:off x="333925" y="1666017"/>
            <a:ext cx="3662100" cy="128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5" name="Google Shape;355;p48"/>
          <p:cNvSpPr txBox="1"/>
          <p:nvPr>
            <p:ph idx="1" type="body"/>
          </p:nvPr>
        </p:nvSpPr>
        <p:spPr>
          <a:xfrm>
            <a:off x="333925" y="3055169"/>
            <a:ext cx="3662100" cy="27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6" name="Google Shape;356;p48"/>
          <p:cNvSpPr txBox="1"/>
          <p:nvPr>
            <p:ph idx="2" type="body"/>
          </p:nvPr>
        </p:nvSpPr>
        <p:spPr>
          <a:xfrm>
            <a:off x="4595076" y="3055169"/>
            <a:ext cx="3662100" cy="27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7" name="Google Shape;357;p48"/>
          <p:cNvSpPr txBox="1"/>
          <p:nvPr>
            <p:ph idx="3" type="subTitle"/>
          </p:nvPr>
        </p:nvSpPr>
        <p:spPr>
          <a:xfrm>
            <a:off x="1716575" y="274067"/>
            <a:ext cx="28554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58" name="Google Shape;358;p48"/>
          <p:cNvSpPr txBox="1"/>
          <p:nvPr>
            <p:ph idx="4" type="subTitle"/>
          </p:nvPr>
        </p:nvSpPr>
        <p:spPr>
          <a:xfrm>
            <a:off x="333925" y="274067"/>
            <a:ext cx="13533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eck for understanding">
  <p:cSld name="CAPTION_ONLY_1">
    <p:bg>
      <p:bgPr>
        <a:solidFill>
          <a:schemeClr val="lt1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0" name="Google Shape;360;p49"/>
          <p:cNvGrpSpPr/>
          <p:nvPr/>
        </p:nvGrpSpPr>
        <p:grpSpPr>
          <a:xfrm>
            <a:off x="0" y="-593185"/>
            <a:ext cx="9144000" cy="7451147"/>
            <a:chOff x="0" y="-444900"/>
            <a:chExt cx="9144000" cy="5588500"/>
          </a:xfrm>
        </p:grpSpPr>
        <p:sp>
          <p:nvSpPr>
            <p:cNvPr id="361" name="Google Shape;361;p49"/>
            <p:cNvSpPr/>
            <p:nvPr/>
          </p:nvSpPr>
          <p:spPr>
            <a:xfrm>
              <a:off x="0" y="100"/>
              <a:ext cx="9144000" cy="5143500"/>
            </a:xfrm>
            <a:prstGeom prst="snip1Rect">
              <a:avLst>
                <a:gd fmla="val 4086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62" name="Google Shape;362;p49"/>
            <p:cNvSpPr/>
            <p:nvPr/>
          </p:nvSpPr>
          <p:spPr>
            <a:xfrm rot="10800000">
              <a:off x="7036475" y="1219850"/>
              <a:ext cx="2107500" cy="186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63" name="Google Shape;363;p49"/>
            <p:cNvSpPr/>
            <p:nvPr/>
          </p:nvSpPr>
          <p:spPr>
            <a:xfrm flipH="1" rot="4500068">
              <a:off x="7230762" y="-24804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64" name="Google Shape;364;p49"/>
          <p:cNvSpPr txBox="1"/>
          <p:nvPr>
            <p:ph idx="1" type="body"/>
          </p:nvPr>
        </p:nvSpPr>
        <p:spPr>
          <a:xfrm>
            <a:off x="333925" y="4840767"/>
            <a:ext cx="6790800" cy="59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5" name="Google Shape;365;p49"/>
          <p:cNvSpPr txBox="1"/>
          <p:nvPr>
            <p:ph idx="12" type="sldNum"/>
          </p:nvPr>
        </p:nvSpPr>
        <p:spPr>
          <a:xfrm>
            <a:off x="8260675" y="274067"/>
            <a:ext cx="5487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6" name="Google Shape;366;p49"/>
          <p:cNvSpPr txBox="1"/>
          <p:nvPr>
            <p:ph type="title"/>
          </p:nvPr>
        </p:nvSpPr>
        <p:spPr>
          <a:xfrm>
            <a:off x="333925" y="1666017"/>
            <a:ext cx="3662100" cy="128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7" name="Google Shape;367;p49"/>
          <p:cNvSpPr txBox="1"/>
          <p:nvPr>
            <p:ph idx="2" type="subTitle"/>
          </p:nvPr>
        </p:nvSpPr>
        <p:spPr>
          <a:xfrm>
            <a:off x="1716575" y="274067"/>
            <a:ext cx="28554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68" name="Google Shape;368;p49"/>
          <p:cNvSpPr txBox="1"/>
          <p:nvPr>
            <p:ph idx="3" type="subTitle"/>
          </p:nvPr>
        </p:nvSpPr>
        <p:spPr>
          <a:xfrm>
            <a:off x="333925" y="274067"/>
            <a:ext cx="13533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69" name="Google Shape;369;p49"/>
          <p:cNvSpPr txBox="1"/>
          <p:nvPr>
            <p:ph idx="4" type="body"/>
          </p:nvPr>
        </p:nvSpPr>
        <p:spPr>
          <a:xfrm>
            <a:off x="333925" y="4245568"/>
            <a:ext cx="6790800" cy="59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0" name="Google Shape;370;p49"/>
          <p:cNvSpPr txBox="1"/>
          <p:nvPr>
            <p:ph idx="5" type="body"/>
          </p:nvPr>
        </p:nvSpPr>
        <p:spPr>
          <a:xfrm>
            <a:off x="333925" y="3650369"/>
            <a:ext cx="6790800" cy="59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1" name="Google Shape;371;p49"/>
          <p:cNvSpPr txBox="1"/>
          <p:nvPr>
            <p:ph idx="6" type="body"/>
          </p:nvPr>
        </p:nvSpPr>
        <p:spPr>
          <a:xfrm>
            <a:off x="333925" y="3055169"/>
            <a:ext cx="6790800" cy="59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ype">
  <p:cSld name="BIG_NUMBER">
    <p:bg>
      <p:bgPr>
        <a:solidFill>
          <a:schemeClr val="lt2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0"/>
          <p:cNvSpPr txBox="1"/>
          <p:nvPr>
            <p:ph idx="12" type="sldNum"/>
          </p:nvPr>
        </p:nvSpPr>
        <p:spPr>
          <a:xfrm>
            <a:off x="8260675" y="274067"/>
            <a:ext cx="5487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4" name="Google Shape;374;p50"/>
          <p:cNvSpPr txBox="1"/>
          <p:nvPr/>
        </p:nvSpPr>
        <p:spPr>
          <a:xfrm>
            <a:off x="2479675" y="3047200"/>
            <a:ext cx="4184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Questions?</a:t>
            </a:r>
            <a:endParaRPr sz="2800">
              <a:solidFill>
                <a:schemeClr val="lt1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grpSp>
        <p:nvGrpSpPr>
          <p:cNvPr id="375" name="Google Shape;375;p50"/>
          <p:cNvGrpSpPr/>
          <p:nvPr/>
        </p:nvGrpSpPr>
        <p:grpSpPr>
          <a:xfrm rot="399527">
            <a:off x="1267417" y="720311"/>
            <a:ext cx="6614249" cy="5415928"/>
            <a:chOff x="1277284" y="536521"/>
            <a:chExt cx="6594691" cy="4068580"/>
          </a:xfrm>
        </p:grpSpPr>
        <p:grpSp>
          <p:nvGrpSpPr>
            <p:cNvPr id="376" name="Google Shape;376;p50"/>
            <p:cNvGrpSpPr/>
            <p:nvPr/>
          </p:nvGrpSpPr>
          <p:grpSpPr>
            <a:xfrm>
              <a:off x="1277284" y="891662"/>
              <a:ext cx="6594077" cy="3357715"/>
              <a:chOff x="1277284" y="891662"/>
              <a:chExt cx="6594077" cy="3357715"/>
            </a:xfrm>
          </p:grpSpPr>
          <p:sp>
            <p:nvSpPr>
              <p:cNvPr id="377" name="Google Shape;377;p50"/>
              <p:cNvSpPr/>
              <p:nvPr/>
            </p:nvSpPr>
            <p:spPr>
              <a:xfrm rot="-2190">
                <a:off x="6458566" y="1876325"/>
                <a:ext cx="1412700" cy="1390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78" name="Google Shape;378;p50"/>
              <p:cNvSpPr/>
              <p:nvPr/>
            </p:nvSpPr>
            <p:spPr>
              <a:xfrm flipH="1" rot="-2453">
                <a:off x="1277283" y="893727"/>
                <a:ext cx="4625401" cy="3354000"/>
              </a:xfrm>
              <a:prstGeom prst="snip1Rect">
                <a:avLst>
                  <a:gd fmla="val 49693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379" name="Google Shape;379;p50"/>
              <p:cNvSpPr/>
              <p:nvPr/>
            </p:nvSpPr>
            <p:spPr>
              <a:xfrm flipH="1" rot="10797547">
                <a:off x="3245660" y="893312"/>
                <a:ext cx="4625701" cy="3354000"/>
              </a:xfrm>
              <a:prstGeom prst="snip1Rect">
                <a:avLst>
                  <a:gd fmla="val 49663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380" name="Google Shape;380;p50"/>
              <p:cNvSpPr/>
              <p:nvPr/>
            </p:nvSpPr>
            <p:spPr>
              <a:xfrm rot="-2190">
                <a:off x="1277395" y="1877958"/>
                <a:ext cx="1412700" cy="1390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381" name="Google Shape;381;p50"/>
            <p:cNvSpPr/>
            <p:nvPr/>
          </p:nvSpPr>
          <p:spPr>
            <a:xfrm rot="-4517241">
              <a:off x="1416960" y="705331"/>
              <a:ext cx="1386770" cy="136158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  <p:sp>
          <p:nvSpPr>
            <p:cNvPr id="382" name="Google Shape;382;p50"/>
            <p:cNvSpPr/>
            <p:nvPr/>
          </p:nvSpPr>
          <p:spPr>
            <a:xfrm rot="6281922">
              <a:off x="6346470" y="3074659"/>
              <a:ext cx="1384510" cy="1363185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83" name="Google Shape;383;p50"/>
          <p:cNvSpPr txBox="1"/>
          <p:nvPr>
            <p:ph type="title"/>
          </p:nvPr>
        </p:nvSpPr>
        <p:spPr>
          <a:xfrm>
            <a:off x="2479675" y="3047200"/>
            <a:ext cx="41847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50"/>
          <p:cNvSpPr txBox="1"/>
          <p:nvPr>
            <p:ph idx="1" type="subTitle"/>
          </p:nvPr>
        </p:nvSpPr>
        <p:spPr>
          <a:xfrm>
            <a:off x="1716575" y="274067"/>
            <a:ext cx="28554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85" name="Google Shape;385;p50"/>
          <p:cNvSpPr txBox="1"/>
          <p:nvPr>
            <p:ph idx="2" type="subTitle"/>
          </p:nvPr>
        </p:nvSpPr>
        <p:spPr>
          <a:xfrm>
            <a:off x="333925" y="274067"/>
            <a:ext cx="13533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 type="blank">
  <p:cSld name="BLANK">
    <p:bg>
      <p:bgPr>
        <a:solidFill>
          <a:schemeClr val="lt1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1"/>
          <p:cNvSpPr txBox="1"/>
          <p:nvPr>
            <p:ph idx="12" type="sldNum"/>
          </p:nvPr>
        </p:nvSpPr>
        <p:spPr>
          <a:xfrm>
            <a:off x="8318025" y="274067"/>
            <a:ext cx="548700" cy="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8" name="Google Shape;388;p51"/>
          <p:cNvSpPr txBox="1"/>
          <p:nvPr>
            <p:ph idx="1" type="subTitle"/>
          </p:nvPr>
        </p:nvSpPr>
        <p:spPr>
          <a:xfrm>
            <a:off x="1716575" y="274067"/>
            <a:ext cx="28554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89" name="Google Shape;389;p51"/>
          <p:cNvSpPr txBox="1"/>
          <p:nvPr>
            <p:ph idx="2" type="subTitle"/>
          </p:nvPr>
        </p:nvSpPr>
        <p:spPr>
          <a:xfrm>
            <a:off x="333925" y="274067"/>
            <a:ext cx="13533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theme" Target="../theme/theme3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311700" y="593367"/>
            <a:ext cx="8475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311700" y="1536633"/>
            <a:ext cx="8475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●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○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■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●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○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■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●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○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■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8260675" y="274067"/>
            <a:ext cx="5487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2"/>
          <p:cNvSpPr txBox="1"/>
          <p:nvPr>
            <p:ph type="ctrTitle"/>
          </p:nvPr>
        </p:nvSpPr>
        <p:spPr>
          <a:xfrm>
            <a:off x="1826325" y="2079433"/>
            <a:ext cx="54948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Automatic Water Dispenser</a:t>
            </a:r>
            <a:endParaRPr/>
          </a:p>
        </p:txBody>
      </p:sp>
      <p:sp>
        <p:nvSpPr>
          <p:cNvPr id="395" name="Google Shape;395;p52"/>
          <p:cNvSpPr txBox="1"/>
          <p:nvPr>
            <p:ph idx="1" type="subTitle"/>
          </p:nvPr>
        </p:nvSpPr>
        <p:spPr>
          <a:xfrm>
            <a:off x="1826325" y="4336633"/>
            <a:ext cx="5494800" cy="9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Ronit Santwani(48)</a:t>
            </a:r>
            <a:br>
              <a:rPr lang="en-US"/>
            </a:br>
            <a:r>
              <a:rPr lang="en-US"/>
              <a:t>Vedang Wajge(62)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3"/>
          <p:cNvSpPr txBox="1"/>
          <p:nvPr>
            <p:ph type="title"/>
          </p:nvPr>
        </p:nvSpPr>
        <p:spPr>
          <a:xfrm>
            <a:off x="333925" y="725667"/>
            <a:ext cx="30399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Table of Contents</a:t>
            </a:r>
            <a:endParaRPr/>
          </a:p>
        </p:txBody>
      </p:sp>
      <p:sp>
        <p:nvSpPr>
          <p:cNvPr id="401" name="Google Shape;401;p53"/>
          <p:cNvSpPr txBox="1"/>
          <p:nvPr>
            <p:ph idx="1" type="subTitle"/>
          </p:nvPr>
        </p:nvSpPr>
        <p:spPr>
          <a:xfrm>
            <a:off x="1149126" y="3131400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402" name="Google Shape;402;p53"/>
          <p:cNvSpPr txBox="1"/>
          <p:nvPr>
            <p:ph idx="2" type="subTitle"/>
          </p:nvPr>
        </p:nvSpPr>
        <p:spPr>
          <a:xfrm>
            <a:off x="1149126" y="3737158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403" name="Google Shape;403;p53"/>
          <p:cNvSpPr txBox="1"/>
          <p:nvPr>
            <p:ph idx="3" type="subTitle"/>
          </p:nvPr>
        </p:nvSpPr>
        <p:spPr>
          <a:xfrm>
            <a:off x="1149126" y="4342916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-US"/>
              <a:t>Components Used</a:t>
            </a:r>
            <a:endParaRPr/>
          </a:p>
        </p:txBody>
      </p:sp>
      <p:sp>
        <p:nvSpPr>
          <p:cNvPr id="404" name="Google Shape;404;p53"/>
          <p:cNvSpPr txBox="1"/>
          <p:nvPr>
            <p:ph idx="4" type="subTitle"/>
          </p:nvPr>
        </p:nvSpPr>
        <p:spPr>
          <a:xfrm>
            <a:off x="1149126" y="4948674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-US"/>
              <a:t>Circuit Connection</a:t>
            </a:r>
            <a:endParaRPr/>
          </a:p>
        </p:txBody>
      </p:sp>
      <p:sp>
        <p:nvSpPr>
          <p:cNvPr id="405" name="Google Shape;405;p53"/>
          <p:cNvSpPr txBox="1"/>
          <p:nvPr>
            <p:ph idx="5" type="subTitle"/>
          </p:nvPr>
        </p:nvSpPr>
        <p:spPr>
          <a:xfrm>
            <a:off x="1149126" y="5554433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-US"/>
              <a:t>Working Principles</a:t>
            </a:r>
            <a:endParaRPr/>
          </a:p>
        </p:txBody>
      </p:sp>
      <p:sp>
        <p:nvSpPr>
          <p:cNvPr id="406" name="Google Shape;406;p53"/>
          <p:cNvSpPr txBox="1"/>
          <p:nvPr>
            <p:ph idx="6" type="subTitle"/>
          </p:nvPr>
        </p:nvSpPr>
        <p:spPr>
          <a:xfrm>
            <a:off x="5327851" y="3131400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-US"/>
              <a:t>Implementation Steps</a:t>
            </a:r>
            <a:endParaRPr/>
          </a:p>
        </p:txBody>
      </p:sp>
      <p:sp>
        <p:nvSpPr>
          <p:cNvPr id="407" name="Google Shape;407;p53"/>
          <p:cNvSpPr txBox="1"/>
          <p:nvPr>
            <p:ph idx="7" type="subTitle"/>
          </p:nvPr>
        </p:nvSpPr>
        <p:spPr>
          <a:xfrm>
            <a:off x="5327851" y="3737158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-US"/>
              <a:t>Arduino Code(Snippet)</a:t>
            </a:r>
            <a:endParaRPr/>
          </a:p>
        </p:txBody>
      </p:sp>
      <p:sp>
        <p:nvSpPr>
          <p:cNvPr id="408" name="Google Shape;408;p53"/>
          <p:cNvSpPr txBox="1"/>
          <p:nvPr>
            <p:ph idx="8" type="subTitle"/>
          </p:nvPr>
        </p:nvSpPr>
        <p:spPr>
          <a:xfrm>
            <a:off x="5327851" y="4342916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-US"/>
              <a:t>Applications</a:t>
            </a:r>
            <a:endParaRPr/>
          </a:p>
        </p:txBody>
      </p:sp>
      <p:sp>
        <p:nvSpPr>
          <p:cNvPr id="409" name="Google Shape;409;p53"/>
          <p:cNvSpPr txBox="1"/>
          <p:nvPr>
            <p:ph idx="9" type="subTitle"/>
          </p:nvPr>
        </p:nvSpPr>
        <p:spPr>
          <a:xfrm>
            <a:off x="5327851" y="4948674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410" name="Google Shape;410;p53"/>
          <p:cNvSpPr txBox="1"/>
          <p:nvPr/>
        </p:nvSpPr>
        <p:spPr>
          <a:xfrm>
            <a:off x="365450" y="3131400"/>
            <a:ext cx="476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1</a:t>
            </a:r>
            <a:endParaRPr sz="1700">
              <a:solidFill>
                <a:schemeClr val="dk2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411" name="Google Shape;411;p53"/>
          <p:cNvSpPr txBox="1"/>
          <p:nvPr/>
        </p:nvSpPr>
        <p:spPr>
          <a:xfrm>
            <a:off x="365450" y="3737157"/>
            <a:ext cx="476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2</a:t>
            </a:r>
            <a:endParaRPr sz="1700">
              <a:solidFill>
                <a:schemeClr val="dk2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412" name="Google Shape;412;p53"/>
          <p:cNvSpPr txBox="1"/>
          <p:nvPr/>
        </p:nvSpPr>
        <p:spPr>
          <a:xfrm>
            <a:off x="365450" y="4342914"/>
            <a:ext cx="476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3</a:t>
            </a:r>
            <a:endParaRPr sz="1700">
              <a:solidFill>
                <a:schemeClr val="dk2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413" name="Google Shape;413;p53"/>
          <p:cNvSpPr txBox="1"/>
          <p:nvPr/>
        </p:nvSpPr>
        <p:spPr>
          <a:xfrm>
            <a:off x="365450" y="4948671"/>
            <a:ext cx="476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4</a:t>
            </a:r>
            <a:endParaRPr sz="1700">
              <a:solidFill>
                <a:schemeClr val="dk2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414" name="Google Shape;414;p53"/>
          <p:cNvSpPr txBox="1"/>
          <p:nvPr/>
        </p:nvSpPr>
        <p:spPr>
          <a:xfrm>
            <a:off x="365450" y="5554429"/>
            <a:ext cx="476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5</a:t>
            </a:r>
            <a:endParaRPr sz="1700">
              <a:solidFill>
                <a:schemeClr val="dk2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415" name="Google Shape;415;p53"/>
          <p:cNvSpPr txBox="1"/>
          <p:nvPr/>
        </p:nvSpPr>
        <p:spPr>
          <a:xfrm>
            <a:off x="4620375" y="3131400"/>
            <a:ext cx="476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6</a:t>
            </a:r>
            <a:endParaRPr sz="1700">
              <a:solidFill>
                <a:schemeClr val="dk2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416" name="Google Shape;416;p53"/>
          <p:cNvSpPr txBox="1"/>
          <p:nvPr/>
        </p:nvSpPr>
        <p:spPr>
          <a:xfrm>
            <a:off x="4620375" y="3737157"/>
            <a:ext cx="476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7</a:t>
            </a:r>
            <a:endParaRPr sz="1700">
              <a:solidFill>
                <a:schemeClr val="dk2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417" name="Google Shape;417;p53"/>
          <p:cNvSpPr txBox="1"/>
          <p:nvPr/>
        </p:nvSpPr>
        <p:spPr>
          <a:xfrm>
            <a:off x="4620375" y="4342914"/>
            <a:ext cx="476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8</a:t>
            </a:r>
            <a:endParaRPr sz="1700">
              <a:solidFill>
                <a:schemeClr val="dk2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418" name="Google Shape;418;p53"/>
          <p:cNvSpPr txBox="1"/>
          <p:nvPr/>
        </p:nvSpPr>
        <p:spPr>
          <a:xfrm>
            <a:off x="4620375" y="4948671"/>
            <a:ext cx="476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9</a:t>
            </a:r>
            <a:endParaRPr sz="1700">
              <a:solidFill>
                <a:schemeClr val="dk2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4"/>
          <p:cNvSpPr txBox="1"/>
          <p:nvPr>
            <p:ph type="title"/>
          </p:nvPr>
        </p:nvSpPr>
        <p:spPr>
          <a:xfrm>
            <a:off x="4683450" y="1310625"/>
            <a:ext cx="3475800" cy="167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Introduction</a:t>
            </a:r>
            <a:endParaRPr sz="4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54"/>
          <p:cNvSpPr txBox="1"/>
          <p:nvPr>
            <p:ph idx="1" type="body"/>
          </p:nvPr>
        </p:nvSpPr>
        <p:spPr>
          <a:xfrm>
            <a:off x="4572000" y="3055175"/>
            <a:ext cx="4294800" cy="21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/>
              <a:t>Automatic water dispensers provide a contactless and hygienic method for dispensing water. This project uses Arduino UNO, HC-SR04 ultrasonic sensor, and a servo motor to simulate a smart tap system. Water is dispensed automatically when a hand is detected.</a:t>
            </a:r>
            <a:endParaRPr sz="1800"/>
          </a:p>
        </p:txBody>
      </p:sp>
      <p:pic>
        <p:nvPicPr>
          <p:cNvPr id="425" name="Google Shape;42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397301">
            <a:off x="798198" y="2323089"/>
            <a:ext cx="3243431" cy="2620044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54"/>
          <p:cNvSpPr/>
          <p:nvPr/>
        </p:nvSpPr>
        <p:spPr>
          <a:xfrm flipH="1" rot="5173865">
            <a:off x="3607308" y="1724031"/>
            <a:ext cx="784998" cy="592298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 </a:t>
            </a:r>
            <a:endParaRPr>
              <a:solidFill>
                <a:schemeClr val="lt2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5"/>
          <p:cNvSpPr txBox="1"/>
          <p:nvPr>
            <p:ph type="title"/>
          </p:nvPr>
        </p:nvSpPr>
        <p:spPr>
          <a:xfrm>
            <a:off x="2695325" y="2237125"/>
            <a:ext cx="2983800" cy="82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Objectives </a:t>
            </a:r>
            <a:endParaRPr sz="4200"/>
          </a:p>
        </p:txBody>
      </p:sp>
      <p:sp>
        <p:nvSpPr>
          <p:cNvPr id="432" name="Google Shape;432;p55"/>
          <p:cNvSpPr txBox="1"/>
          <p:nvPr>
            <p:ph idx="1" type="body"/>
          </p:nvPr>
        </p:nvSpPr>
        <p:spPr>
          <a:xfrm>
            <a:off x="1120375" y="3429000"/>
            <a:ext cx="6903300" cy="16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Develop a contactless water dispensing system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Use ultrasonic sensing for hand detection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Control dispensing using a servo motor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Ensure efficient, hygienic water delivery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6"/>
          <p:cNvSpPr txBox="1"/>
          <p:nvPr>
            <p:ph type="title"/>
          </p:nvPr>
        </p:nvSpPr>
        <p:spPr>
          <a:xfrm>
            <a:off x="2077200" y="549250"/>
            <a:ext cx="4788000" cy="8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Components Used</a:t>
            </a:r>
            <a:endParaRPr sz="4200"/>
          </a:p>
        </p:txBody>
      </p:sp>
      <p:sp>
        <p:nvSpPr>
          <p:cNvPr id="438" name="Google Shape;438;p56"/>
          <p:cNvSpPr txBox="1"/>
          <p:nvPr>
            <p:ph idx="4294967295" type="body"/>
          </p:nvPr>
        </p:nvSpPr>
        <p:spPr>
          <a:xfrm>
            <a:off x="762000" y="1803300"/>
            <a:ext cx="7620000" cy="45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1. Arduino UNO</a:t>
            </a:r>
            <a:endParaRPr b="1"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5V microcontroller board (ATmega328P) with 14 digital I/O pins, used to control components like sensors and motors in embedded systems.</a:t>
            </a:r>
            <a:endParaRPr b="1"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HC-SR04 Ultrasonic Sensor</a:t>
            </a:r>
            <a:endParaRPr b="1"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distance sensor with a 2–400 cm range (±3 mm accuracy), emits ultrasonic waves and detects echo to measure proximity.</a:t>
            </a:r>
            <a:br>
              <a:rPr b="1"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7"/>
          <p:cNvSpPr txBox="1"/>
          <p:nvPr>
            <p:ph idx="4294967295" type="body"/>
          </p:nvPr>
        </p:nvSpPr>
        <p:spPr>
          <a:xfrm>
            <a:off x="762000" y="1066475"/>
            <a:ext cx="7620000" cy="3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3. SG90 Servo Motor</a:t>
            </a:r>
            <a:endParaRPr b="1"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4.8V–6V micro servo with 0°–180° rotation, controlled by PWM signals for precise angle movement in lightweight automation.</a:t>
            </a:r>
            <a:endParaRPr b="1"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4. Jumper Wires</a:t>
            </a:r>
            <a:endParaRPr b="1"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Flexible, solderless wires (male/female) used to connect electronic components on breadboards or between modules..</a:t>
            </a:r>
            <a:endParaRPr b="1"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8"/>
          <p:cNvSpPr txBox="1"/>
          <p:nvPr>
            <p:ph idx="4294967295" type="body"/>
          </p:nvPr>
        </p:nvSpPr>
        <p:spPr>
          <a:xfrm>
            <a:off x="762000" y="1066475"/>
            <a:ext cx="7620000" cy="3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5. 9V Battery with Clip</a:t>
            </a:r>
            <a:endParaRPr b="1"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portable 9V power source for Arduino boards, regulated to prevent overvoltage in standalone applications.</a:t>
            </a:r>
            <a:endParaRPr b="1"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6. Breadboard</a:t>
            </a:r>
            <a:endParaRPr b="1"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solderless prototyping platform to organize and connect electronic components safely and efficiently.</a:t>
            </a:r>
            <a:endParaRPr b="1"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9"/>
          <p:cNvSpPr txBox="1"/>
          <p:nvPr>
            <p:ph type="title"/>
          </p:nvPr>
        </p:nvSpPr>
        <p:spPr>
          <a:xfrm>
            <a:off x="2493050" y="593075"/>
            <a:ext cx="36420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Circuit Connection</a:t>
            </a:r>
            <a:endParaRPr sz="3000"/>
          </a:p>
        </p:txBody>
      </p:sp>
      <p:pic>
        <p:nvPicPr>
          <p:cNvPr id="454" name="Google Shape;454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3600" y="1797175"/>
            <a:ext cx="6268100" cy="454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0"/>
          <p:cNvSpPr txBox="1"/>
          <p:nvPr>
            <p:ph type="title"/>
          </p:nvPr>
        </p:nvSpPr>
        <p:spPr>
          <a:xfrm>
            <a:off x="2620400" y="1029650"/>
            <a:ext cx="36420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Working Principle</a:t>
            </a:r>
            <a:endParaRPr sz="3000"/>
          </a:p>
        </p:txBody>
      </p:sp>
      <p:sp>
        <p:nvSpPr>
          <p:cNvPr id="460" name="Google Shape;460;p60"/>
          <p:cNvSpPr txBox="1"/>
          <p:nvPr>
            <p:ph idx="1" type="body"/>
          </p:nvPr>
        </p:nvSpPr>
        <p:spPr>
          <a:xfrm>
            <a:off x="1377200" y="2467150"/>
            <a:ext cx="7620000" cy="23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Connect the components as per the diagram</a:t>
            </a:r>
            <a:endParaRPr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Upload the Arduino code via USB</a:t>
            </a:r>
            <a:endParaRPr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Open Serial Monitor (9600 baud)</a:t>
            </a:r>
            <a:endParaRPr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Bring glass near the sensor</a:t>
            </a:r>
            <a:endParaRPr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Servo opens and closes simulating water flow</a:t>
            </a:r>
            <a:endParaRPr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1"/>
          <p:cNvSpPr txBox="1"/>
          <p:nvPr>
            <p:ph type="title"/>
          </p:nvPr>
        </p:nvSpPr>
        <p:spPr>
          <a:xfrm>
            <a:off x="2298125" y="2237125"/>
            <a:ext cx="4220400" cy="82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Implementation</a:t>
            </a:r>
            <a:endParaRPr sz="4200"/>
          </a:p>
        </p:txBody>
      </p:sp>
      <p:sp>
        <p:nvSpPr>
          <p:cNvPr id="466" name="Google Shape;466;p61"/>
          <p:cNvSpPr txBox="1"/>
          <p:nvPr>
            <p:ph idx="1" type="body"/>
          </p:nvPr>
        </p:nvSpPr>
        <p:spPr>
          <a:xfrm>
            <a:off x="1120375" y="3429000"/>
            <a:ext cx="6903300" cy="20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Connect the components as per the diagram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Upload the Arduino code via USB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Open Serial Monitor (9600 baud)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Bring glass near the sensor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Servo opens and closes simulating water flow</a:t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6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Arduino Code (Snippet)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72" name="Google Shape;472;p62"/>
          <p:cNvSpPr txBox="1"/>
          <p:nvPr>
            <p:ph idx="1" type="body"/>
          </p:nvPr>
        </p:nvSpPr>
        <p:spPr>
          <a:xfrm>
            <a:off x="457200" y="1600200"/>
            <a:ext cx="38739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#include &lt;Servo.h&gt;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#define trigPin 10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#define echoPin 11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#define servoPin 9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Servo waterServo;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void setup() {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Serial.begin(9600);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waterServo.attach(servoPin);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pinMode(trigPin, OUTPUT);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pinMode(echoPin, INPUT);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waterServo.write(0);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}</a:t>
            </a:r>
            <a:endParaRPr/>
          </a:p>
        </p:txBody>
      </p:sp>
      <p:sp>
        <p:nvSpPr>
          <p:cNvPr id="473" name="Google Shape;473;p62"/>
          <p:cNvSpPr txBox="1"/>
          <p:nvPr>
            <p:ph idx="1" type="body"/>
          </p:nvPr>
        </p:nvSpPr>
        <p:spPr>
          <a:xfrm>
            <a:off x="4812900" y="1716650"/>
            <a:ext cx="38739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void loop() {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float distance = measureDistance();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if (distance &gt; 0 &amp;&amp; distance &lt; 10) {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waterServo.write(90);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delay(1000);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waterServo.write(0);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delay(1000);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}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}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3"/>
          <p:cNvSpPr txBox="1"/>
          <p:nvPr>
            <p:ph idx="12" type="sldNum"/>
          </p:nvPr>
        </p:nvSpPr>
        <p:spPr>
          <a:xfrm>
            <a:off x="8260675" y="274067"/>
            <a:ext cx="5487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9" name="Google Shape;479;p63"/>
          <p:cNvSpPr txBox="1"/>
          <p:nvPr>
            <p:ph idx="1" type="body"/>
          </p:nvPr>
        </p:nvSpPr>
        <p:spPr>
          <a:xfrm>
            <a:off x="2334150" y="3429000"/>
            <a:ext cx="5184900" cy="17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Public washrooms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Hospitals and clinics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Restaurants and kitchens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Smart homes</a:t>
            </a:r>
            <a:endParaRPr sz="2500"/>
          </a:p>
        </p:txBody>
      </p:sp>
      <p:sp>
        <p:nvSpPr>
          <p:cNvPr id="480" name="Google Shape;480;p63"/>
          <p:cNvSpPr txBox="1"/>
          <p:nvPr>
            <p:ph type="title"/>
          </p:nvPr>
        </p:nvSpPr>
        <p:spPr>
          <a:xfrm>
            <a:off x="2334150" y="2165050"/>
            <a:ext cx="3056400" cy="82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Applications</a:t>
            </a:r>
            <a:endParaRPr sz="3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4"/>
          <p:cNvSpPr txBox="1"/>
          <p:nvPr>
            <p:ph idx="12" type="sldNum"/>
          </p:nvPr>
        </p:nvSpPr>
        <p:spPr>
          <a:xfrm>
            <a:off x="8260675" y="274067"/>
            <a:ext cx="5487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6" name="Google Shape;486;p64"/>
          <p:cNvSpPr txBox="1"/>
          <p:nvPr>
            <p:ph type="title"/>
          </p:nvPr>
        </p:nvSpPr>
        <p:spPr>
          <a:xfrm>
            <a:off x="3152725" y="1846600"/>
            <a:ext cx="25653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487" name="Google Shape;487;p64"/>
          <p:cNvSpPr txBox="1"/>
          <p:nvPr>
            <p:ph idx="4294967295" type="body"/>
          </p:nvPr>
        </p:nvSpPr>
        <p:spPr>
          <a:xfrm>
            <a:off x="2784750" y="2607725"/>
            <a:ext cx="3574500" cy="32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2"/>
                </a:solidFill>
              </a:rPr>
              <a:t>This project successfully demonstrates a simple and effective automatic water dispenser system. It highlights the use of sensors and actuators in real-world automation solutions, encouraging further development in contactless technology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Lesson 1">
  <a:themeElements>
    <a:clrScheme name="Simple Light">
      <a:dk1>
        <a:srgbClr val="137C3F"/>
      </a:dk1>
      <a:lt1>
        <a:srgbClr val="FFFCF5"/>
      </a:lt1>
      <a:dk2>
        <a:srgbClr val="146AEB"/>
      </a:dk2>
      <a:lt2>
        <a:srgbClr val="FBA084"/>
      </a:lt2>
      <a:accent1>
        <a:srgbClr val="000000"/>
      </a:accent1>
      <a:accent2>
        <a:srgbClr val="FFFFB3"/>
      </a:accent2>
      <a:accent3>
        <a:srgbClr val="B6D7A8"/>
      </a:accent3>
      <a:accent4>
        <a:srgbClr val="A4C2F4"/>
      </a:accent4>
      <a:accent5>
        <a:srgbClr val="B6D7A8"/>
      </a:accent5>
      <a:accent6>
        <a:srgbClr val="B4A7D6"/>
      </a:accent6>
      <a:hlink>
        <a:srgbClr val="146AE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